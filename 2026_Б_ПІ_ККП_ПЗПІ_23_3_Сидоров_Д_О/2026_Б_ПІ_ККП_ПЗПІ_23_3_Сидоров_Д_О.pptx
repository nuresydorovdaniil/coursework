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70" r:id="rId11"/>
    <p:sldId id="265" r:id="rId12"/>
    <p:sldId id="268" r:id="rId13"/>
    <p:sldId id="267" r:id="rId14"/>
  </p:sldIdLst>
  <p:sldSz cx="9144000" cy="5143500" type="screen16x9"/>
  <p:notesSz cx="6858000" cy="9144000"/>
  <p:embeddedFontLst>
    <p:embeddedFont>
      <p:font typeface="Economica" panose="020B0604020202020204" charset="0"/>
      <p:regular r:id="rId16"/>
      <p:bold r:id="rId17"/>
      <p:italic r:id="rId18"/>
      <p:boldItalic r:id="rId19"/>
    </p:embeddedFont>
    <p:embeddedFont>
      <p:font typeface="Open Sans" panose="020B06060305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7AF"/>
    <a:srgbClr val="B1AFFF"/>
    <a:srgbClr val="B1FDB3"/>
    <a:srgbClr val="B1F4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55A7EC-755A-4EA6-8D59-859CC6E4751E}" v="45" dt="2026-07-02T10:34:29.064"/>
  </p1510:revLst>
</p1510:revInfo>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p:cViewPr varScale="1">
        <p:scale>
          <a:sx n="103" d="100"/>
          <a:sy n="103" d="100"/>
        </p:scale>
        <p:origin x="101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Сидоров Даня" userId="17a0d5a2651bae84" providerId="LiveId" clId="{B52F9A30-E0F5-4BD0-BF6B-B25A4FB9A020}"/>
    <pc:docChg chg="undo custSel addSld delSld modSld">
      <pc:chgData name="Сидоров Даня" userId="17a0d5a2651bae84" providerId="LiveId" clId="{B52F9A30-E0F5-4BD0-BF6B-B25A4FB9A020}" dt="2026-07-02T10:41:40.180" v="2046" actId="790"/>
      <pc:docMkLst>
        <pc:docMk/>
      </pc:docMkLst>
      <pc:sldChg chg="modSp mod">
        <pc:chgData name="Сидоров Даня" userId="17a0d5a2651bae84" providerId="LiveId" clId="{B52F9A30-E0F5-4BD0-BF6B-B25A4FB9A020}" dt="2026-07-02T10:41:40.180" v="2046" actId="790"/>
        <pc:sldMkLst>
          <pc:docMk/>
          <pc:sldMk cId="0" sldId="256"/>
        </pc:sldMkLst>
        <pc:spChg chg="mod">
          <ac:chgData name="Сидоров Даня" userId="17a0d5a2651bae84" providerId="LiveId" clId="{B52F9A30-E0F5-4BD0-BF6B-B25A4FB9A020}" dt="2026-07-02T10:41:40.180" v="2046" actId="790"/>
          <ac:spMkLst>
            <pc:docMk/>
            <pc:sldMk cId="0" sldId="256"/>
            <ac:spMk id="63" creationId="{00000000-0000-0000-0000-000000000000}"/>
          </ac:spMkLst>
        </pc:spChg>
      </pc:sldChg>
      <pc:sldChg chg="addSp delSp modSp mod">
        <pc:chgData name="Сидоров Даня" userId="17a0d5a2651bae84" providerId="LiveId" clId="{B52F9A30-E0F5-4BD0-BF6B-B25A4FB9A020}" dt="2026-07-02T10:04:43.556" v="544" actId="1076"/>
        <pc:sldMkLst>
          <pc:docMk/>
          <pc:sldMk cId="0" sldId="263"/>
        </pc:sldMkLst>
        <pc:spChg chg="add mod">
          <ac:chgData name="Сидоров Даня" userId="17a0d5a2651bae84" providerId="LiveId" clId="{B52F9A30-E0F5-4BD0-BF6B-B25A4FB9A020}" dt="2026-07-02T10:04:26.763" v="542" actId="255"/>
          <ac:spMkLst>
            <pc:docMk/>
            <pc:sldMk cId="0" sldId="263"/>
            <ac:spMk id="4" creationId="{3A0ACDBC-8B16-30BF-4A59-26B48851A5DB}"/>
          </ac:spMkLst>
        </pc:spChg>
        <pc:spChg chg="add mod">
          <ac:chgData name="Сидоров Даня" userId="17a0d5a2651bae84" providerId="LiveId" clId="{B52F9A30-E0F5-4BD0-BF6B-B25A4FB9A020}" dt="2026-07-02T10:04:43.556" v="544" actId="1076"/>
          <ac:spMkLst>
            <pc:docMk/>
            <pc:sldMk cId="0" sldId="263"/>
            <ac:spMk id="6" creationId="{4B8ACDF1-D5FE-F8F4-9DA7-43A7388F75A1}"/>
          </ac:spMkLst>
        </pc:spChg>
        <pc:spChg chg="add mod">
          <ac:chgData name="Сидоров Даня" userId="17a0d5a2651bae84" providerId="LiveId" clId="{B52F9A30-E0F5-4BD0-BF6B-B25A4FB9A020}" dt="2026-07-02T10:04:40.959" v="543" actId="1076"/>
          <ac:spMkLst>
            <pc:docMk/>
            <pc:sldMk cId="0" sldId="263"/>
            <ac:spMk id="8" creationId="{FDA66911-F425-3BB1-FE4C-AE97DB44AFCA}"/>
          </ac:spMkLst>
        </pc:spChg>
        <pc:spChg chg="add mod">
          <ac:chgData name="Сидоров Даня" userId="17a0d5a2651bae84" providerId="LiveId" clId="{B52F9A30-E0F5-4BD0-BF6B-B25A4FB9A020}" dt="2026-07-02T10:04:40.959" v="543" actId="1076"/>
          <ac:spMkLst>
            <pc:docMk/>
            <pc:sldMk cId="0" sldId="263"/>
            <ac:spMk id="13" creationId="{B27DD135-9DF2-C4EE-862A-EE27C79CC525}"/>
          </ac:spMkLst>
        </pc:spChg>
        <pc:spChg chg="add mod">
          <ac:chgData name="Сидоров Даня" userId="17a0d5a2651bae84" providerId="LiveId" clId="{B52F9A30-E0F5-4BD0-BF6B-B25A4FB9A020}" dt="2026-07-02T10:04:40.959" v="543" actId="1076"/>
          <ac:spMkLst>
            <pc:docMk/>
            <pc:sldMk cId="0" sldId="263"/>
            <ac:spMk id="16" creationId="{AAFDDE8A-735C-2F48-B674-441DA7B170AA}"/>
          </ac:spMkLst>
        </pc:spChg>
        <pc:spChg chg="add mod">
          <ac:chgData name="Сидоров Даня" userId="17a0d5a2651bae84" providerId="LiveId" clId="{B52F9A30-E0F5-4BD0-BF6B-B25A4FB9A020}" dt="2026-07-02T10:04:40.959" v="543" actId="1076"/>
          <ac:spMkLst>
            <pc:docMk/>
            <pc:sldMk cId="0" sldId="263"/>
            <ac:spMk id="19" creationId="{A7268ACA-ED52-F2EB-2A50-ADE56620817D}"/>
          </ac:spMkLst>
        </pc:spChg>
        <pc:spChg chg="add mod">
          <ac:chgData name="Сидоров Даня" userId="17a0d5a2651bae84" providerId="LiveId" clId="{B52F9A30-E0F5-4BD0-BF6B-B25A4FB9A020}" dt="2026-07-02T10:04:40.959" v="543" actId="1076"/>
          <ac:spMkLst>
            <pc:docMk/>
            <pc:sldMk cId="0" sldId="263"/>
            <ac:spMk id="22" creationId="{AEE8E275-B063-3A4C-2771-66F51FFF64E7}"/>
          </ac:spMkLst>
        </pc:spChg>
        <pc:spChg chg="add mod">
          <ac:chgData name="Сидоров Даня" userId="17a0d5a2651bae84" providerId="LiveId" clId="{B52F9A30-E0F5-4BD0-BF6B-B25A4FB9A020}" dt="2026-07-02T10:04:22.504" v="541" actId="255"/>
          <ac:spMkLst>
            <pc:docMk/>
            <pc:sldMk cId="0" sldId="263"/>
            <ac:spMk id="24" creationId="{7ED877AD-1CEC-F2DE-2D31-24004FA37C09}"/>
          </ac:spMkLst>
        </pc:spChg>
        <pc:spChg chg="del mod">
          <ac:chgData name="Сидоров Даня" userId="17a0d5a2651bae84" providerId="LiveId" clId="{B52F9A30-E0F5-4BD0-BF6B-B25A4FB9A020}" dt="2026-07-02T09:57:52.646" v="148" actId="21"/>
          <ac:spMkLst>
            <pc:docMk/>
            <pc:sldMk cId="0" sldId="263"/>
            <ac:spMk id="114" creationId="{00000000-0000-0000-0000-000000000000}"/>
          </ac:spMkLst>
        </pc:spChg>
        <pc:cxnChg chg="add mod">
          <ac:chgData name="Сидоров Даня" userId="17a0d5a2651bae84" providerId="LiveId" clId="{B52F9A30-E0F5-4BD0-BF6B-B25A4FB9A020}" dt="2026-07-02T10:04:40.959" v="543" actId="1076"/>
          <ac:cxnSpMkLst>
            <pc:docMk/>
            <pc:sldMk cId="0" sldId="263"/>
            <ac:cxnSpMk id="10" creationId="{DEC8FC36-C784-93F6-660A-05FE0C982E86}"/>
          </ac:cxnSpMkLst>
        </pc:cxnChg>
        <pc:cxnChg chg="add mod">
          <ac:chgData name="Сидоров Даня" userId="17a0d5a2651bae84" providerId="LiveId" clId="{B52F9A30-E0F5-4BD0-BF6B-B25A4FB9A020}" dt="2026-07-02T10:04:40.959" v="543" actId="1076"/>
          <ac:cxnSpMkLst>
            <pc:docMk/>
            <pc:sldMk cId="0" sldId="263"/>
            <ac:cxnSpMk id="14" creationId="{12360E71-8F85-E8A8-7DF7-414887A3BB7D}"/>
          </ac:cxnSpMkLst>
        </pc:cxnChg>
        <pc:cxnChg chg="add mod">
          <ac:chgData name="Сидоров Даня" userId="17a0d5a2651bae84" providerId="LiveId" clId="{B52F9A30-E0F5-4BD0-BF6B-B25A4FB9A020}" dt="2026-07-02T10:04:40.959" v="543" actId="1076"/>
          <ac:cxnSpMkLst>
            <pc:docMk/>
            <pc:sldMk cId="0" sldId="263"/>
            <ac:cxnSpMk id="17" creationId="{1D44D6ED-88D5-71FE-599A-1AECEEE89276}"/>
          </ac:cxnSpMkLst>
        </pc:cxnChg>
        <pc:cxnChg chg="add mod">
          <ac:chgData name="Сидоров Даня" userId="17a0d5a2651bae84" providerId="LiveId" clId="{B52F9A30-E0F5-4BD0-BF6B-B25A4FB9A020}" dt="2026-07-02T10:04:40.959" v="543" actId="1076"/>
          <ac:cxnSpMkLst>
            <pc:docMk/>
            <pc:sldMk cId="0" sldId="263"/>
            <ac:cxnSpMk id="20" creationId="{51E8A0C8-2AD2-D6E8-1BBC-AAE08B35EAA5}"/>
          </ac:cxnSpMkLst>
        </pc:cxnChg>
      </pc:sldChg>
      <pc:sldChg chg="addSp delSp modSp mod">
        <pc:chgData name="Сидоров Даня" userId="17a0d5a2651bae84" providerId="LiveId" clId="{B52F9A30-E0F5-4BD0-BF6B-B25A4FB9A020}" dt="2026-07-02T10:15:07.740" v="672" actId="1076"/>
        <pc:sldMkLst>
          <pc:docMk/>
          <pc:sldMk cId="0" sldId="264"/>
        </pc:sldMkLst>
        <pc:spChg chg="add del mod">
          <ac:chgData name="Сидоров Даня" userId="17a0d5a2651bae84" providerId="LiveId" clId="{B52F9A30-E0F5-4BD0-BF6B-B25A4FB9A020}" dt="2026-07-02T10:12:27.478" v="558"/>
          <ac:spMkLst>
            <pc:docMk/>
            <pc:sldMk cId="0" sldId="264"/>
            <ac:spMk id="4" creationId="{AC4F8FAA-772E-50A7-BAE7-5275CC80AFEE}"/>
          </ac:spMkLst>
        </pc:spChg>
        <pc:spChg chg="add mod">
          <ac:chgData name="Сидоров Даня" userId="17a0d5a2651bae84" providerId="LiveId" clId="{B52F9A30-E0F5-4BD0-BF6B-B25A4FB9A020}" dt="2026-07-02T10:15:04.493" v="671" actId="20577"/>
          <ac:spMkLst>
            <pc:docMk/>
            <pc:sldMk cId="0" sldId="264"/>
            <ac:spMk id="8" creationId="{00EA3D83-ED3C-E12C-ADA9-7A0871BB8405}"/>
          </ac:spMkLst>
        </pc:spChg>
        <pc:spChg chg="del mod">
          <ac:chgData name="Сидоров Даня" userId="17a0d5a2651bae84" providerId="LiveId" clId="{B52F9A30-E0F5-4BD0-BF6B-B25A4FB9A020}" dt="2026-07-02T10:06:13.610" v="546" actId="21"/>
          <ac:spMkLst>
            <pc:docMk/>
            <pc:sldMk cId="0" sldId="264"/>
            <ac:spMk id="121" creationId="{00000000-0000-0000-0000-000000000000}"/>
          </ac:spMkLst>
        </pc:spChg>
        <pc:picChg chg="add del mod">
          <ac:chgData name="Сидоров Даня" userId="17a0d5a2651bae84" providerId="LiveId" clId="{B52F9A30-E0F5-4BD0-BF6B-B25A4FB9A020}" dt="2026-07-02T10:12:52.858" v="563" actId="478"/>
          <ac:picMkLst>
            <pc:docMk/>
            <pc:sldMk cId="0" sldId="264"/>
            <ac:picMk id="6" creationId="{646FF325-23A1-1776-ACC2-1078A056F9F4}"/>
          </ac:picMkLst>
        </pc:picChg>
        <pc:picChg chg="add mod">
          <ac:chgData name="Сидоров Даня" userId="17a0d5a2651bae84" providerId="LiveId" clId="{B52F9A30-E0F5-4BD0-BF6B-B25A4FB9A020}" dt="2026-07-02T10:15:07.740" v="672" actId="1076"/>
          <ac:picMkLst>
            <pc:docMk/>
            <pc:sldMk cId="0" sldId="264"/>
            <ac:picMk id="10" creationId="{C567C384-360A-1F85-D6F2-E994D56180F2}"/>
          </ac:picMkLst>
        </pc:picChg>
      </pc:sldChg>
      <pc:sldChg chg="addSp delSp modSp mod">
        <pc:chgData name="Сидоров Даня" userId="17a0d5a2651bae84" providerId="LiveId" clId="{B52F9A30-E0F5-4BD0-BF6B-B25A4FB9A020}" dt="2026-07-02T10:25:46.773" v="844" actId="1076"/>
        <pc:sldMkLst>
          <pc:docMk/>
          <pc:sldMk cId="0" sldId="265"/>
        </pc:sldMkLst>
        <pc:spChg chg="del mod">
          <ac:chgData name="Сидоров Даня" userId="17a0d5a2651bae84" providerId="LiveId" clId="{B52F9A30-E0F5-4BD0-BF6B-B25A4FB9A020}" dt="2026-07-02T10:16:26.676" v="780" actId="21"/>
          <ac:spMkLst>
            <pc:docMk/>
            <pc:sldMk cId="0" sldId="265"/>
            <ac:spMk id="128" creationId="{00000000-0000-0000-0000-000000000000}"/>
          </ac:spMkLst>
        </pc:spChg>
        <pc:picChg chg="add del mod">
          <ac:chgData name="Сидоров Даня" userId="17a0d5a2651bae84" providerId="LiveId" clId="{B52F9A30-E0F5-4BD0-BF6B-B25A4FB9A020}" dt="2026-07-02T10:23:20.446" v="803" actId="478"/>
          <ac:picMkLst>
            <pc:docMk/>
            <pc:sldMk cId="0" sldId="265"/>
            <ac:picMk id="4" creationId="{630FCEB1-2465-460D-E938-7F324F977916}"/>
          </ac:picMkLst>
        </pc:picChg>
        <pc:picChg chg="add del mod">
          <ac:chgData name="Сидоров Даня" userId="17a0d5a2651bae84" providerId="LiveId" clId="{B52F9A30-E0F5-4BD0-BF6B-B25A4FB9A020}" dt="2026-07-02T10:23:19.280" v="802" actId="478"/>
          <ac:picMkLst>
            <pc:docMk/>
            <pc:sldMk cId="0" sldId="265"/>
            <ac:picMk id="6" creationId="{533C88CC-4286-F908-1AE6-C48D5B19DA95}"/>
          </ac:picMkLst>
        </pc:picChg>
        <pc:picChg chg="add mod">
          <ac:chgData name="Сидоров Даня" userId="17a0d5a2651bae84" providerId="LiveId" clId="{B52F9A30-E0F5-4BD0-BF6B-B25A4FB9A020}" dt="2026-07-02T10:25:36.344" v="843" actId="1076"/>
          <ac:picMkLst>
            <pc:docMk/>
            <pc:sldMk cId="0" sldId="265"/>
            <ac:picMk id="8" creationId="{5B9D0A42-34D2-17CF-BA1F-A6036A46E2DA}"/>
          </ac:picMkLst>
        </pc:picChg>
        <pc:picChg chg="add mod">
          <ac:chgData name="Сидоров Даня" userId="17a0d5a2651bae84" providerId="LiveId" clId="{B52F9A30-E0F5-4BD0-BF6B-B25A4FB9A020}" dt="2026-07-02T10:25:25.135" v="839" actId="1076"/>
          <ac:picMkLst>
            <pc:docMk/>
            <pc:sldMk cId="0" sldId="265"/>
            <ac:picMk id="10" creationId="{2FAD4A5E-EAFE-9247-1CED-6B53DEFCAAAE}"/>
          </ac:picMkLst>
        </pc:picChg>
        <pc:picChg chg="add mod">
          <ac:chgData name="Сидоров Даня" userId="17a0d5a2651bae84" providerId="LiveId" clId="{B52F9A30-E0F5-4BD0-BF6B-B25A4FB9A020}" dt="2026-07-02T10:25:46.773" v="844" actId="1076"/>
          <ac:picMkLst>
            <pc:docMk/>
            <pc:sldMk cId="0" sldId="265"/>
            <ac:picMk id="12" creationId="{425FFED0-5DAD-4EF9-959D-20CCC585A0E9}"/>
          </ac:picMkLst>
        </pc:picChg>
        <pc:picChg chg="add mod">
          <ac:chgData name="Сидоров Даня" userId="17a0d5a2651bae84" providerId="LiveId" clId="{B52F9A30-E0F5-4BD0-BF6B-B25A4FB9A020}" dt="2026-07-02T10:25:32.573" v="842" actId="1076"/>
          <ac:picMkLst>
            <pc:docMk/>
            <pc:sldMk cId="0" sldId="265"/>
            <ac:picMk id="14" creationId="{9258B6E8-8F95-CDCC-5CD7-A3650994AD56}"/>
          </ac:picMkLst>
        </pc:picChg>
      </pc:sldChg>
      <pc:sldChg chg="addSp delSp modSp mod">
        <pc:chgData name="Сидоров Даня" userId="17a0d5a2651bae84" providerId="LiveId" clId="{B52F9A30-E0F5-4BD0-BF6B-B25A4FB9A020}" dt="2026-07-02T10:41:20.697" v="2044" actId="1076"/>
        <pc:sldMkLst>
          <pc:docMk/>
          <pc:sldMk cId="0" sldId="267"/>
        </pc:sldMkLst>
        <pc:spChg chg="add del mod">
          <ac:chgData name="Сидоров Даня" userId="17a0d5a2651bae84" providerId="LiveId" clId="{B52F9A30-E0F5-4BD0-BF6B-B25A4FB9A020}" dt="2026-07-02T10:34:21.102" v="911" actId="21"/>
          <ac:spMkLst>
            <pc:docMk/>
            <pc:sldMk cId="0" sldId="267"/>
            <ac:spMk id="4" creationId="{761BFDDE-2F45-915A-D989-A1AF2037F462}"/>
          </ac:spMkLst>
        </pc:spChg>
        <pc:spChg chg="add del mod">
          <ac:chgData name="Сидоров Даня" userId="17a0d5a2651bae84" providerId="LiveId" clId="{B52F9A30-E0F5-4BD0-BF6B-B25A4FB9A020}" dt="2026-07-02T10:34:26.430" v="913" actId="21"/>
          <ac:spMkLst>
            <pc:docMk/>
            <pc:sldMk cId="0" sldId="267"/>
            <ac:spMk id="5" creationId="{761BFDDE-2F45-915A-D989-A1AF2037F462}"/>
          </ac:spMkLst>
        </pc:spChg>
        <pc:spChg chg="add del mod">
          <ac:chgData name="Сидоров Даня" userId="17a0d5a2651bae84" providerId="LiveId" clId="{B52F9A30-E0F5-4BD0-BF6B-B25A4FB9A020}" dt="2026-07-02T10:34:33.795" v="916" actId="21"/>
          <ac:spMkLst>
            <pc:docMk/>
            <pc:sldMk cId="0" sldId="267"/>
            <ac:spMk id="6" creationId="{761BFDDE-2F45-915A-D989-A1AF2037F462}"/>
          </ac:spMkLst>
        </pc:spChg>
        <pc:spChg chg="add mod">
          <ac:chgData name="Сидоров Даня" userId="17a0d5a2651bae84" providerId="LiveId" clId="{B52F9A30-E0F5-4BD0-BF6B-B25A4FB9A020}" dt="2026-07-02T10:41:20.697" v="2044" actId="1076"/>
          <ac:spMkLst>
            <pc:docMk/>
            <pc:sldMk cId="0" sldId="267"/>
            <ac:spMk id="8" creationId="{16CECE28-D971-CE35-B353-B9439929EF9B}"/>
          </ac:spMkLst>
        </pc:spChg>
        <pc:spChg chg="del">
          <ac:chgData name="Сидоров Даня" userId="17a0d5a2651bae84" providerId="LiveId" clId="{B52F9A30-E0F5-4BD0-BF6B-B25A4FB9A020}" dt="2026-07-02T10:34:13.562" v="910" actId="21"/>
          <ac:spMkLst>
            <pc:docMk/>
            <pc:sldMk cId="0" sldId="267"/>
            <ac:spMk id="142" creationId="{00000000-0000-0000-0000-000000000000}"/>
          </ac:spMkLst>
        </pc:spChg>
      </pc:sldChg>
      <pc:sldChg chg="addSp delSp modSp mod">
        <pc:chgData name="Сидоров Даня" userId="17a0d5a2651bae84" providerId="LiveId" clId="{B52F9A30-E0F5-4BD0-BF6B-B25A4FB9A020}" dt="2026-07-02T10:32:34.594" v="906" actId="790"/>
        <pc:sldMkLst>
          <pc:docMk/>
          <pc:sldMk cId="29422119" sldId="268"/>
        </pc:sldMkLst>
        <pc:spChg chg="del mod">
          <ac:chgData name="Сидоров Даня" userId="17a0d5a2651bae84" providerId="LiveId" clId="{B52F9A30-E0F5-4BD0-BF6B-B25A4FB9A020}" dt="2026-07-02T10:28:52.086" v="846" actId="21"/>
          <ac:spMkLst>
            <pc:docMk/>
            <pc:sldMk cId="29422119" sldId="268"/>
            <ac:spMk id="128" creationId="{00000000-0000-0000-0000-000000000000}"/>
          </ac:spMkLst>
        </pc:spChg>
        <pc:graphicFrameChg chg="add mod modGraphic">
          <ac:chgData name="Сидоров Даня" userId="17a0d5a2651bae84" providerId="LiveId" clId="{B52F9A30-E0F5-4BD0-BF6B-B25A4FB9A020}" dt="2026-07-02T10:32:34.594" v="906" actId="790"/>
          <ac:graphicFrameMkLst>
            <pc:docMk/>
            <pc:sldMk cId="29422119" sldId="268"/>
            <ac:graphicFrameMk id="3" creationId="{A8740193-ACE0-BEC5-9C92-B5AC2515DFF9}"/>
          </ac:graphicFrameMkLst>
        </pc:graphicFrameChg>
      </pc:sldChg>
      <pc:sldChg chg="del">
        <pc:chgData name="Сидоров Даня" userId="17a0d5a2651bae84" providerId="LiveId" clId="{B52F9A30-E0F5-4BD0-BF6B-B25A4FB9A020}" dt="2026-07-02T10:32:41.649" v="907" actId="2696"/>
        <pc:sldMkLst>
          <pc:docMk/>
          <pc:sldMk cId="88973738" sldId="269"/>
        </pc:sldMkLst>
      </pc:sldChg>
      <pc:sldChg chg="addSp modSp add mod">
        <pc:chgData name="Сидоров Даня" userId="17a0d5a2651bae84" providerId="LiveId" clId="{B52F9A30-E0F5-4BD0-BF6B-B25A4FB9A020}" dt="2026-07-02T10:16:07.736" v="778" actId="14100"/>
        <pc:sldMkLst>
          <pc:docMk/>
          <pc:sldMk cId="3339879808" sldId="270"/>
        </pc:sldMkLst>
        <pc:spChg chg="add mod">
          <ac:chgData name="Сидоров Даня" userId="17a0d5a2651bae84" providerId="LiveId" clId="{B52F9A30-E0F5-4BD0-BF6B-B25A4FB9A020}" dt="2026-07-02T10:15:59.763" v="776" actId="20577"/>
          <ac:spMkLst>
            <pc:docMk/>
            <pc:sldMk cId="3339879808" sldId="270"/>
            <ac:spMk id="6" creationId="{BCA8E2A2-27C9-320D-12F0-E2F7033278DB}"/>
          </ac:spMkLst>
        </pc:spChg>
        <pc:picChg chg="add mod">
          <ac:chgData name="Сидоров Даня" userId="17a0d5a2651bae84" providerId="LiveId" clId="{B52F9A30-E0F5-4BD0-BF6B-B25A4FB9A020}" dt="2026-07-02T10:16:07.736" v="778" actId="14100"/>
          <ac:picMkLst>
            <pc:docMk/>
            <pc:sldMk cId="3339879808" sldId="270"/>
            <ac:picMk id="4" creationId="{C25CE399-8861-D38B-6F31-DD00442CB827}"/>
          </ac:picMkLst>
        </pc:picChg>
      </pc:sldChg>
      <pc:sldChg chg="new del">
        <pc:chgData name="Сидоров Даня" userId="17a0d5a2651bae84" providerId="LiveId" clId="{B52F9A30-E0F5-4BD0-BF6B-B25A4FB9A020}" dt="2026-07-02T10:33:35.643" v="909" actId="2696"/>
        <pc:sldMkLst>
          <pc:docMk/>
          <pc:sldMk cId="1306062267"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10137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0ddf966691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0ddf96669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e16b2adad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e16b2adad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e16b2adad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e16b2adad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e16b2adad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e16b2adad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e16b2adad1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e16b2ada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e16b2adad1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e16b2adad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16b2adad1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16b2adad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e16b2adad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a:extLst>
            <a:ext uri="{FF2B5EF4-FFF2-40B4-BE49-F238E27FC236}">
              <a16:creationId xmlns:a16="http://schemas.microsoft.com/office/drawing/2014/main" id="{394539CC-981B-4A51-AD70-5D85BEC59C3E}"/>
            </a:ext>
          </a:extLst>
        </p:cNvPr>
        <p:cNvGrpSpPr/>
        <p:nvPr/>
      </p:nvGrpSpPr>
      <p:grpSpPr>
        <a:xfrm>
          <a:off x="0" y="0"/>
          <a:ext cx="0" cy="0"/>
          <a:chOff x="0" y="0"/>
          <a:chExt cx="0" cy="0"/>
        </a:xfrm>
      </p:grpSpPr>
      <p:sp>
        <p:nvSpPr>
          <p:cNvPr id="117" name="Google Shape;117;g2e16b2adad1_0_35:notes">
            <a:extLst>
              <a:ext uri="{FF2B5EF4-FFF2-40B4-BE49-F238E27FC236}">
                <a16:creationId xmlns:a16="http://schemas.microsoft.com/office/drawing/2014/main" id="{EFA357AE-B1EE-1540-022F-468BBE6351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e16b2adad1_0_35:notes">
            <a:extLst>
              <a:ext uri="{FF2B5EF4-FFF2-40B4-BE49-F238E27FC236}">
                <a16:creationId xmlns:a16="http://schemas.microsoft.com/office/drawing/2014/main" id="{EA98C6B9-9272-03A0-7183-54439270F8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76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e16b2adad1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e16b2adad1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e16b2adad1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e16b2adad1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ru-RU"/>
              <a:t>Образец заголовка</a:t>
            </a:r>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r>
              <a:rPr lang="ru-RU"/>
              <a:t>Образец подзаголовка</a:t>
            </a:r>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r>
              <a:rPr lang="ru-RU"/>
              <a:t>Образец заголовка</a:t>
            </a:r>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ru-RU"/>
              <a:t>Образец текста</a:t>
            </a: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r>
              <a:rPr lang="ru-RU"/>
              <a:t>Образец заголовка</a:t>
            </a:r>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rPr lang="ru-RU"/>
              <a:t>Образец заголовка</a:t>
            </a:r>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ru-RU"/>
              <a:t>Образец текста</a:t>
            </a: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ru-RU"/>
              <a:t>Образец заголовка</a:t>
            </a:r>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r>
              <a:rPr lang="ru-RU"/>
              <a:t>Образец заголовка</a:t>
            </a:r>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r>
              <a:rPr lang="ru-RU"/>
              <a:t>Образец подзаголовка</a:t>
            </a:r>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pPr lvl="0"/>
            <a:r>
              <a:rPr lang="ru-RU"/>
              <a:t>Образец текста</a:t>
            </a: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pPr lvl="0"/>
            <a:r>
              <a:rPr lang="ru-RU"/>
              <a:t>Образец текста</a:t>
            </a: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ru-RU"/>
              <a:t>Образец текста</a:t>
            </a: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Пустой слайд">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uk"/>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2775712" y="717856"/>
            <a:ext cx="3281100" cy="1336156"/>
          </a:xfrm>
          <a:prstGeom prst="rect">
            <a:avLst/>
          </a:prstGeom>
        </p:spPr>
        <p:txBody>
          <a:bodyPr spcFirstLastPara="1" wrap="square" lIns="91425" tIns="91425" rIns="91425" bIns="91425" anchor="b" anchorCtr="0">
            <a:noAutofit/>
          </a:bodyPr>
          <a:lstStyle/>
          <a:p>
            <a:pPr lvl="0" algn="l"/>
            <a:r>
              <a:rPr lang="uk-UA" sz="2400" noProof="0" dirty="0"/>
              <a:t>Програмна система обліку замовлень і доставки в ресторані  </a:t>
            </a:r>
          </a:p>
        </p:txBody>
      </p:sp>
      <p:sp>
        <p:nvSpPr>
          <p:cNvPr id="63" name="Google Shape;63;p13"/>
          <p:cNvSpPr txBox="1">
            <a:spLocks noGrp="1"/>
          </p:cNvSpPr>
          <p:nvPr>
            <p:ph type="subTitle" idx="1"/>
          </p:nvPr>
        </p:nvSpPr>
        <p:spPr>
          <a:xfrm>
            <a:off x="1346085" y="3451120"/>
            <a:ext cx="5087400" cy="793778"/>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None/>
            </a:pPr>
            <a:endParaRPr lang="uk-UA" noProof="0" dirty="0"/>
          </a:p>
          <a:p>
            <a:pPr marL="0" lvl="0" indent="0" algn="l" rtl="0">
              <a:spcBef>
                <a:spcPts val="0"/>
              </a:spcBef>
              <a:spcAft>
                <a:spcPts val="0"/>
              </a:spcAft>
              <a:buNone/>
            </a:pPr>
            <a:r>
              <a:rPr lang="uk-UA" noProof="0" dirty="0"/>
              <a:t>Виконав: Сидоров </a:t>
            </a:r>
            <a:r>
              <a:rPr lang="uk-UA" noProof="1"/>
              <a:t>Данііл</a:t>
            </a:r>
            <a:r>
              <a:rPr lang="uk-UA" noProof="0" dirty="0"/>
              <a:t> Олексійович  ПЗПІ-23-3       </a:t>
            </a:r>
          </a:p>
          <a:p>
            <a:pPr marL="0" lvl="0" indent="0" algn="l"/>
            <a:r>
              <a:rPr lang="uk-UA" noProof="0" dirty="0"/>
              <a:t>Керівник:  доцент кафедри ПІ Андрій Степанович Бабій</a:t>
            </a:r>
          </a:p>
          <a:p>
            <a:pPr marL="0" lvl="0" indent="0" algn="ctr" rtl="0">
              <a:spcBef>
                <a:spcPts val="0"/>
              </a:spcBef>
              <a:spcAft>
                <a:spcPts val="0"/>
              </a:spcAft>
              <a:buNone/>
            </a:pPr>
            <a:endParaRPr lang="uk-UA" noProof="0" dirty="0"/>
          </a:p>
          <a:p>
            <a:pPr marL="0" lvl="0" indent="0" algn="ctr" rtl="0">
              <a:spcBef>
                <a:spcPts val="0"/>
              </a:spcBef>
              <a:spcAft>
                <a:spcPts val="0"/>
              </a:spcAft>
              <a:buNone/>
            </a:pPr>
            <a:endParaRPr lang="uk-UA" noProof="0" dirty="0"/>
          </a:p>
        </p:txBody>
      </p:sp>
      <p:pic>
        <p:nvPicPr>
          <p:cNvPr id="64" name="Google Shape;64;p13"/>
          <p:cNvPicPr preferRelativeResize="0"/>
          <p:nvPr/>
        </p:nvPicPr>
        <p:blipFill>
          <a:blip r:embed="rId3">
            <a:alphaModFix/>
          </a:blip>
          <a:stretch>
            <a:fillRect/>
          </a:stretch>
        </p:blipFill>
        <p:spPr>
          <a:xfrm>
            <a:off x="268925" y="4359500"/>
            <a:ext cx="862250" cy="581750"/>
          </a:xfrm>
          <a:prstGeom prst="rect">
            <a:avLst/>
          </a:prstGeom>
          <a:noFill/>
          <a:ln>
            <a:noFill/>
          </a:ln>
        </p:spPr>
      </p:pic>
      <p:pic>
        <p:nvPicPr>
          <p:cNvPr id="65" name="Google Shape;65;p13"/>
          <p:cNvPicPr preferRelativeResize="0"/>
          <p:nvPr/>
        </p:nvPicPr>
        <p:blipFill>
          <a:blip r:embed="rId4">
            <a:alphaModFix/>
          </a:blip>
          <a:stretch>
            <a:fillRect/>
          </a:stretch>
        </p:blipFill>
        <p:spPr>
          <a:xfrm>
            <a:off x="204725" y="170825"/>
            <a:ext cx="2133975" cy="389775"/>
          </a:xfrm>
          <a:prstGeom prst="rect">
            <a:avLst/>
          </a:prstGeom>
          <a:noFill/>
          <a:ln>
            <a:noFill/>
          </a:ln>
        </p:spPr>
      </p:pic>
      <p:pic>
        <p:nvPicPr>
          <p:cNvPr id="66" name="Google Shape;66;p13"/>
          <p:cNvPicPr preferRelativeResize="0"/>
          <p:nvPr/>
        </p:nvPicPr>
        <p:blipFill>
          <a:blip r:embed="rId5">
            <a:alphaModFix/>
          </a:blip>
          <a:stretch>
            <a:fillRect/>
          </a:stretch>
        </p:blipFill>
        <p:spPr>
          <a:xfrm>
            <a:off x="7068504" y="170825"/>
            <a:ext cx="1924921" cy="439175"/>
          </a:xfrm>
          <a:prstGeom prst="rect">
            <a:avLst/>
          </a:prstGeom>
          <a:noFill/>
          <a:ln>
            <a:noFill/>
          </a:ln>
        </p:spPr>
      </p:pic>
      <p:sp>
        <p:nvSpPr>
          <p:cNvPr id="3" name="TextBox 2">
            <a:extLst>
              <a:ext uri="{FF2B5EF4-FFF2-40B4-BE49-F238E27FC236}">
                <a16:creationId xmlns:a16="http://schemas.microsoft.com/office/drawing/2014/main" id="{5236477E-50C5-6D04-16BC-5F5349F93FF0}"/>
              </a:ext>
            </a:extLst>
          </p:cNvPr>
          <p:cNvSpPr txBox="1"/>
          <p:nvPr/>
        </p:nvSpPr>
        <p:spPr>
          <a:xfrm>
            <a:off x="2126166" y="4505093"/>
            <a:ext cx="4576096" cy="307777"/>
          </a:xfrm>
          <a:prstGeom prst="rect">
            <a:avLst/>
          </a:prstGeom>
          <a:noFill/>
        </p:spPr>
        <p:txBody>
          <a:bodyPr wrap="square">
            <a:spAutoFit/>
          </a:bodyPr>
          <a:lstStyle/>
          <a:p>
            <a:pPr marL="0" lvl="0" indent="0" algn="ctr" rtl="0">
              <a:spcBef>
                <a:spcPts val="0"/>
              </a:spcBef>
              <a:spcAft>
                <a:spcPts val="0"/>
              </a:spcAft>
              <a:buNone/>
            </a:pPr>
            <a:r>
              <a:rPr lang="uk-UA" noProof="0" dirty="0">
                <a:latin typeface="Economica" panose="020B0604020202020204" charset="0"/>
                <a:cs typeface="Arial" panose="020B0604020202020204" pitchFamily="34" charset="0"/>
              </a:rPr>
              <a:t>30 червня 2026</a:t>
            </a:r>
            <a:endParaRPr lang="uk-UA" noProof="0" dirty="0">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311700" y="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Мета роботи</a:t>
            </a:r>
          </a:p>
        </p:txBody>
      </p:sp>
      <p:sp>
        <p:nvSpPr>
          <p:cNvPr id="72" name="Google Shape;72;p14"/>
          <p:cNvSpPr txBox="1">
            <a:spLocks noGrp="1"/>
          </p:cNvSpPr>
          <p:nvPr>
            <p:ph type="body" idx="1"/>
          </p:nvPr>
        </p:nvSpPr>
        <p:spPr>
          <a:xfrm>
            <a:off x="311700" y="831300"/>
            <a:ext cx="6453373" cy="2529019"/>
          </a:xfrm>
          <a:prstGeom prst="rect">
            <a:avLst/>
          </a:prstGeom>
        </p:spPr>
        <p:txBody>
          <a:bodyPr spcFirstLastPara="1" wrap="square" lIns="91425" tIns="91425" rIns="91425" bIns="91425" anchor="t" anchorCtr="0">
            <a:normAutofit/>
          </a:bodyPr>
          <a:lstStyle/>
          <a:p>
            <a:pPr marL="0" lvl="0" indent="0">
              <a:spcBef>
                <a:spcPts val="1200"/>
              </a:spcBef>
              <a:spcAft>
                <a:spcPts val="1200"/>
              </a:spcAft>
              <a:buNone/>
            </a:pPr>
            <a:r>
              <a:rPr lang="uk-UA" dirty="0">
                <a:latin typeface="Economica" panose="020B0604020202020204" charset="0"/>
              </a:rPr>
              <a:t>• Аналіз предметної галузі ресторанного бізнесу</a:t>
            </a:r>
            <a:br>
              <a:rPr lang="uk-UA" dirty="0">
                <a:latin typeface="Economica" panose="020B0604020202020204" charset="0"/>
              </a:rPr>
            </a:br>
            <a:r>
              <a:rPr lang="uk-UA" dirty="0">
                <a:latin typeface="Economica" panose="020B0604020202020204" charset="0"/>
              </a:rPr>
              <a:t>• Аналіз програмних рішень для автоматизації роботи</a:t>
            </a:r>
            <a:br>
              <a:rPr lang="uk-UA" dirty="0">
                <a:latin typeface="Economica" panose="020B0604020202020204" charset="0"/>
              </a:rPr>
            </a:br>
            <a:r>
              <a:rPr lang="uk-UA" dirty="0">
                <a:latin typeface="Economica" panose="020B0604020202020204" charset="0"/>
              </a:rPr>
              <a:t>• Проєктування архітектури програми та баз даних</a:t>
            </a:r>
            <a:br>
              <a:rPr lang="uk-UA" dirty="0">
                <a:latin typeface="Economica" panose="020B0604020202020204" charset="0"/>
              </a:rPr>
            </a:br>
            <a:r>
              <a:rPr lang="uk-UA" dirty="0">
                <a:latin typeface="Economica" panose="020B0604020202020204" charset="0"/>
              </a:rPr>
              <a:t>• Розробка клієнтської та серверної частини </a:t>
            </a:r>
            <a:br>
              <a:rPr lang="uk-UA" dirty="0">
                <a:latin typeface="Economica" panose="020B0604020202020204" charset="0"/>
              </a:rPr>
            </a:br>
            <a:r>
              <a:rPr lang="uk-UA" dirty="0">
                <a:latin typeface="Economica" panose="020B0604020202020204" charset="0"/>
              </a:rPr>
              <a:t>• Реалізація авторизації, оформлення та обробки замовлень</a:t>
            </a:r>
            <a:br>
              <a:rPr lang="uk-UA" dirty="0">
                <a:latin typeface="Economica" panose="020B0604020202020204" charset="0"/>
              </a:rPr>
            </a:br>
            <a:r>
              <a:rPr lang="uk-UA" dirty="0">
                <a:latin typeface="Economica" panose="020B0604020202020204" charset="0"/>
              </a:rPr>
              <a:t>• Тестування програмної системи</a:t>
            </a:r>
          </a:p>
          <a:p>
            <a:pPr marL="0" lvl="0" indent="0" algn="l" rtl="0">
              <a:spcBef>
                <a:spcPts val="1200"/>
              </a:spcBef>
              <a:spcAft>
                <a:spcPts val="1200"/>
              </a:spcAft>
              <a:buNone/>
            </a:pPr>
            <a:endParaRPr lang="uk-UA" noProof="0" dirty="0">
              <a:latin typeface="Economica" panose="020B0604020202020204" charset="0"/>
            </a:endParaRPr>
          </a:p>
        </p:txBody>
      </p:sp>
      <p:pic>
        <p:nvPicPr>
          <p:cNvPr id="73" name="Google Shape;73;p1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893E68CA-DEF7-D32D-BFB6-7B402335F4C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2</a:t>
            </a:fld>
            <a:endParaRPr lang="uk-UA" noProof="0" dirty="0"/>
          </a:p>
        </p:txBody>
      </p:sp>
      <p:sp>
        <p:nvSpPr>
          <p:cNvPr id="6" name="TextBox 5">
            <a:extLst>
              <a:ext uri="{FF2B5EF4-FFF2-40B4-BE49-F238E27FC236}">
                <a16:creationId xmlns:a16="http://schemas.microsoft.com/office/drawing/2014/main" id="{7B5B0CCC-1EA9-340F-7632-E5C31E3A92F3}"/>
              </a:ext>
            </a:extLst>
          </p:cNvPr>
          <p:cNvSpPr txBox="1"/>
          <p:nvPr/>
        </p:nvSpPr>
        <p:spPr>
          <a:xfrm>
            <a:off x="311700" y="3360319"/>
            <a:ext cx="8103754" cy="738664"/>
          </a:xfrm>
          <a:prstGeom prst="rect">
            <a:avLst/>
          </a:prstGeom>
          <a:noFill/>
        </p:spPr>
        <p:txBody>
          <a:bodyPr wrap="square">
            <a:spAutoFit/>
          </a:bodyPr>
          <a:lstStyle/>
          <a:p>
            <a:r>
              <a:rPr lang="uk-UA" dirty="0"/>
              <a:t>Актуальність роботи полягає в автоматизації роботи в сучасних ресторанах, та інших закладах харчування. Розроблена система дозволяє спростити роботу для закладу, а також для персоналу під час оформлення замовлень.</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124863"/>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Аналіз проблеми (аналіз існуючих рішень) </a:t>
            </a:r>
          </a:p>
        </p:txBody>
      </p:sp>
      <p:sp>
        <p:nvSpPr>
          <p:cNvPr id="79" name="Google Shape;79;p15"/>
          <p:cNvSpPr txBox="1">
            <a:spLocks noGrp="1"/>
          </p:cNvSpPr>
          <p:nvPr>
            <p:ph type="body" idx="1"/>
          </p:nvPr>
        </p:nvSpPr>
        <p:spPr>
          <a:xfrm>
            <a:off x="268925" y="706437"/>
            <a:ext cx="3219520" cy="1636921"/>
          </a:xfrm>
          <a:prstGeom prst="rect">
            <a:avLst/>
          </a:prstGeom>
        </p:spPr>
        <p:txBody>
          <a:bodyPr spcFirstLastPara="1" wrap="square" lIns="91425" tIns="91425" rIns="91425" bIns="91425" anchor="t" anchorCtr="0">
            <a:normAutofit lnSpcReduction="10000"/>
          </a:bodyPr>
          <a:lstStyle/>
          <a:p>
            <a:pPr marL="0" lvl="0" indent="0" algn="l" rtl="0">
              <a:spcBef>
                <a:spcPts val="1500"/>
              </a:spcBef>
              <a:spcAft>
                <a:spcPts val="0"/>
              </a:spcAft>
              <a:buNone/>
            </a:pPr>
            <a:r>
              <a:rPr lang="uk-UA" noProof="0" dirty="0">
                <a:solidFill>
                  <a:srgbClr val="0D0D0D"/>
                </a:solidFill>
                <a:highlight>
                  <a:srgbClr val="FFFFFF"/>
                </a:highlight>
              </a:rPr>
              <a:t>Досліджені конкуренти: </a:t>
            </a:r>
          </a:p>
          <a:p>
            <a:pPr marL="0" lvl="0" indent="0">
              <a:spcBef>
                <a:spcPts val="1500"/>
              </a:spcBef>
              <a:buNone/>
            </a:pPr>
            <a:r>
              <a:rPr lang="uk-UA" dirty="0">
                <a:highlight>
                  <a:srgbClr val="FFFFFF"/>
                </a:highlight>
                <a:latin typeface="Economica" panose="020B0604020202020204" charset="0"/>
              </a:rPr>
              <a:t>• </a:t>
            </a:r>
            <a:r>
              <a:rPr lang="en-US" noProof="1">
                <a:highlight>
                  <a:srgbClr val="FFFFFF"/>
                </a:highlight>
                <a:latin typeface="Economica" panose="020B0604020202020204" charset="0"/>
              </a:rPr>
              <a:t>BoltFood</a:t>
            </a:r>
            <a:endParaRPr lang="en-US" dirty="0">
              <a:highlight>
                <a:srgbClr val="FFFFFF"/>
              </a:highlight>
              <a:latin typeface="Economica" panose="020B0604020202020204" charset="0"/>
            </a:endParaRPr>
          </a:p>
          <a:p>
            <a:pPr marL="0" lvl="0" indent="0">
              <a:spcBef>
                <a:spcPts val="1500"/>
              </a:spcBef>
              <a:buNone/>
            </a:pPr>
            <a:r>
              <a:rPr lang="uk-UA" dirty="0">
                <a:highlight>
                  <a:srgbClr val="FFFFFF"/>
                </a:highlight>
                <a:latin typeface="Economica" panose="020B0604020202020204" charset="0"/>
              </a:rPr>
              <a:t>•</a:t>
            </a:r>
            <a:r>
              <a:rPr lang="en-US" dirty="0">
                <a:highlight>
                  <a:srgbClr val="FFFFFF"/>
                </a:highlight>
                <a:latin typeface="Economica" panose="020B0604020202020204" charset="0"/>
              </a:rPr>
              <a:t> </a:t>
            </a:r>
            <a:r>
              <a:rPr lang="en-US" noProof="1">
                <a:highlight>
                  <a:srgbClr val="FFFFFF"/>
                </a:highlight>
                <a:latin typeface="Economica" panose="020B0604020202020204" charset="0"/>
              </a:rPr>
              <a:t>ChoiceQR</a:t>
            </a:r>
            <a:endParaRPr lang="uk-UA" noProof="0" dirty="0">
              <a:solidFill>
                <a:srgbClr val="0D0D0D"/>
              </a:solidFill>
              <a:highlight>
                <a:srgbClr val="FFFFFF"/>
              </a:highlight>
              <a:latin typeface="Economica" panose="020B0604020202020204" charset="0"/>
            </a:endParaRPr>
          </a:p>
          <a:p>
            <a:pPr marL="0" lvl="0" indent="0" algn="l" rtl="0">
              <a:spcBef>
                <a:spcPts val="1500"/>
              </a:spcBef>
              <a:spcAft>
                <a:spcPts val="1200"/>
              </a:spcAft>
              <a:buNone/>
            </a:pPr>
            <a:endParaRPr lang="uk-UA" noProof="0" dirty="0"/>
          </a:p>
        </p:txBody>
      </p:sp>
      <p:pic>
        <p:nvPicPr>
          <p:cNvPr id="80" name="Google Shape;80;p15"/>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B62475D-5E0B-A5AC-3922-2970FC56A64D}"/>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3</a:t>
            </a:fld>
            <a:endParaRPr lang="uk-UA" noProof="0" dirty="0"/>
          </a:p>
        </p:txBody>
      </p:sp>
      <p:pic>
        <p:nvPicPr>
          <p:cNvPr id="3" name="Рисунок 2" descr="Интеграция Bolt Food с системой автоматизации Poster POS | Poster POS">
            <a:extLst>
              <a:ext uri="{FF2B5EF4-FFF2-40B4-BE49-F238E27FC236}">
                <a16:creationId xmlns:a16="http://schemas.microsoft.com/office/drawing/2014/main" id="{18B4CC9D-83FD-EF13-9BBF-5A0FF7B22837}"/>
              </a:ext>
            </a:extLst>
          </p:cNvPr>
          <p:cNvPicPr>
            <a:picLocks noChangeAspect="1"/>
          </p:cNvPicPr>
          <p:nvPr/>
        </p:nvPicPr>
        <p:blipFill>
          <a:blip r:embed="rId4"/>
          <a:stretch>
            <a:fillRect/>
          </a:stretch>
        </p:blipFill>
        <p:spPr>
          <a:xfrm rot="10800000" flipH="1" flipV="1">
            <a:off x="1189465" y="1370189"/>
            <a:ext cx="394010" cy="394010"/>
          </a:xfrm>
          <a:prstGeom prst="rect">
            <a:avLst/>
          </a:prstGeom>
        </p:spPr>
      </p:pic>
      <p:pic>
        <p:nvPicPr>
          <p:cNvPr id="4" name="Рисунок 3" descr="Choice / Україна (@choiceqr.ukraine) · Київ, Київська область · Instagram  photos and videos">
            <a:extLst>
              <a:ext uri="{FF2B5EF4-FFF2-40B4-BE49-F238E27FC236}">
                <a16:creationId xmlns:a16="http://schemas.microsoft.com/office/drawing/2014/main" id="{B5A10F5F-F66F-C14C-B969-B4A8A36567B3}"/>
              </a:ext>
            </a:extLst>
          </p:cNvPr>
          <p:cNvPicPr>
            <a:picLocks noChangeAspect="1"/>
          </p:cNvPicPr>
          <p:nvPr/>
        </p:nvPicPr>
        <p:blipFill>
          <a:blip r:embed="rId5"/>
          <a:stretch>
            <a:fillRect/>
          </a:stretch>
        </p:blipFill>
        <p:spPr>
          <a:xfrm>
            <a:off x="1248938" y="1856773"/>
            <a:ext cx="394011" cy="394011"/>
          </a:xfrm>
          <a:prstGeom prst="rect">
            <a:avLst/>
          </a:prstGeom>
        </p:spPr>
      </p:pic>
      <p:sp>
        <p:nvSpPr>
          <p:cNvPr id="6" name="TextBox 5">
            <a:extLst>
              <a:ext uri="{FF2B5EF4-FFF2-40B4-BE49-F238E27FC236}">
                <a16:creationId xmlns:a16="http://schemas.microsoft.com/office/drawing/2014/main" id="{D5734CC3-CB1A-D51E-6A47-C07B5F11C495}"/>
              </a:ext>
            </a:extLst>
          </p:cNvPr>
          <p:cNvSpPr txBox="1"/>
          <p:nvPr/>
        </p:nvSpPr>
        <p:spPr>
          <a:xfrm>
            <a:off x="268925" y="2414802"/>
            <a:ext cx="5446075" cy="307777"/>
          </a:xfrm>
          <a:prstGeom prst="rect">
            <a:avLst/>
          </a:prstGeom>
          <a:noFill/>
        </p:spPr>
        <p:txBody>
          <a:bodyPr wrap="square">
            <a:spAutoFit/>
          </a:bodyPr>
          <a:lstStyle/>
          <a:p>
            <a:r>
              <a:rPr lang="uk-UA" dirty="0">
                <a:solidFill>
                  <a:srgbClr val="0D0D0D"/>
                </a:solidFill>
                <a:highlight>
                  <a:srgbClr val="FFFFFF"/>
                </a:highlight>
                <a:latin typeface="Economica" panose="020B0604020202020204" charset="0"/>
              </a:rPr>
              <a:t>Проблеми в аналогах конкурентів програмного забезпечення:</a:t>
            </a:r>
            <a:endParaRPr lang="en-US" dirty="0">
              <a:latin typeface="Economica" panose="020B0604020202020204" charset="0"/>
            </a:endParaRPr>
          </a:p>
        </p:txBody>
      </p:sp>
      <p:sp>
        <p:nvSpPr>
          <p:cNvPr id="10" name="TextBox 9">
            <a:extLst>
              <a:ext uri="{FF2B5EF4-FFF2-40B4-BE49-F238E27FC236}">
                <a16:creationId xmlns:a16="http://schemas.microsoft.com/office/drawing/2014/main" id="{7ABCC60E-50E6-F72E-B605-3F30D7BBC3F2}"/>
              </a:ext>
            </a:extLst>
          </p:cNvPr>
          <p:cNvSpPr txBox="1"/>
          <p:nvPr/>
        </p:nvSpPr>
        <p:spPr>
          <a:xfrm>
            <a:off x="311700" y="2914536"/>
            <a:ext cx="4572000" cy="954107"/>
          </a:xfrm>
          <a:prstGeom prst="rect">
            <a:avLst/>
          </a:prstGeom>
          <a:noFill/>
        </p:spPr>
        <p:txBody>
          <a:bodyPr wrap="square">
            <a:spAutoFit/>
          </a:bodyPr>
          <a:lstStyle/>
          <a:p>
            <a:r>
              <a:rPr lang="uk-UA" dirty="0">
                <a:latin typeface="Economica" panose="020B0604020202020204" charset="0"/>
              </a:rPr>
              <a:t>• Увага на доставку, а не на обслуговування клієнта</a:t>
            </a:r>
          </a:p>
          <a:p>
            <a:r>
              <a:rPr lang="uk-UA" dirty="0">
                <a:latin typeface="Economica" panose="020B0604020202020204" charset="0"/>
              </a:rPr>
              <a:t>• Наявність зайвого функціоналу</a:t>
            </a:r>
          </a:p>
          <a:p>
            <a:r>
              <a:rPr lang="uk-UA" dirty="0">
                <a:latin typeface="Economica" panose="020B0604020202020204" charset="0"/>
              </a:rPr>
              <a:t>• Складність інтеграції</a:t>
            </a:r>
          </a:p>
          <a:p>
            <a:r>
              <a:rPr lang="uk-UA" dirty="0">
                <a:latin typeface="Economica" panose="020B0604020202020204" charset="0"/>
              </a:rPr>
              <a:t>• Наявність платної підписки</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186276"/>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Постановка задачі та опис системи</a:t>
            </a:r>
          </a:p>
        </p:txBody>
      </p:sp>
      <p:sp>
        <p:nvSpPr>
          <p:cNvPr id="86" name="Google Shape;86;p16"/>
          <p:cNvSpPr txBox="1">
            <a:spLocks noGrp="1"/>
          </p:cNvSpPr>
          <p:nvPr>
            <p:ph type="body" idx="1"/>
          </p:nvPr>
        </p:nvSpPr>
        <p:spPr>
          <a:xfrm>
            <a:off x="311700" y="948686"/>
            <a:ext cx="8520600" cy="3354000"/>
          </a:xfrm>
          <a:prstGeom prst="rect">
            <a:avLst/>
          </a:prstGeom>
        </p:spPr>
        <p:txBody>
          <a:bodyPr spcFirstLastPara="1" wrap="square" lIns="91425" tIns="91425" rIns="91425" bIns="91425" anchor="t" anchorCtr="0">
            <a:normAutofit/>
          </a:bodyPr>
          <a:lstStyle/>
          <a:p>
            <a:pPr marL="0" lvl="0" indent="0" algn="l" rtl="0">
              <a:spcBef>
                <a:spcPts val="1500"/>
              </a:spcBef>
              <a:spcAft>
                <a:spcPts val="1200"/>
              </a:spcAft>
              <a:buNone/>
            </a:pPr>
            <a:r>
              <a:rPr lang="uk-UA" noProof="0" dirty="0">
                <a:latin typeface="Economica" panose="020B0604020202020204" charset="0"/>
              </a:rPr>
              <a:t>Для оформлення замовлення в ресторанах та інших закладах ще досі потребується наявність офіціанту для обслуговування, що підвищує ймовірність створення помилок під час формування замовлення.</a:t>
            </a:r>
          </a:p>
          <a:p>
            <a:pPr marL="0" lvl="0" indent="0" algn="l" rtl="0">
              <a:spcBef>
                <a:spcPts val="1500"/>
              </a:spcBef>
              <a:spcAft>
                <a:spcPts val="1200"/>
              </a:spcAft>
              <a:buNone/>
            </a:pPr>
            <a:r>
              <a:rPr lang="uk-UA" noProof="0" dirty="0">
                <a:latin typeface="Economica" panose="020B0604020202020204" charset="0"/>
              </a:rPr>
              <a:t>Для того щоб уникнути помилок та зробити процес оформлення замовлення простішим та швидшим для клієнта було створено програмну систему, яка допомагає користувачам якісно та швидко оформити замовлення без участі офіціантів та миттєво передати всю інформацію до персоналу.</a:t>
            </a:r>
          </a:p>
        </p:txBody>
      </p:sp>
      <p:pic>
        <p:nvPicPr>
          <p:cNvPr id="87" name="Google Shape;87;p16"/>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23D9805-068E-FE7E-BC9A-0C410D68B73B}"/>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4</a:t>
            </a:fld>
            <a:endParaRPr lang="uk-UA"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00" y="-148309"/>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Вибір технологій розробки </a:t>
            </a:r>
          </a:p>
        </p:txBody>
      </p:sp>
      <p:sp>
        <p:nvSpPr>
          <p:cNvPr id="93" name="Google Shape;93;p17"/>
          <p:cNvSpPr txBox="1">
            <a:spLocks noGrp="1"/>
          </p:cNvSpPr>
          <p:nvPr>
            <p:ph type="body" idx="1"/>
          </p:nvPr>
        </p:nvSpPr>
        <p:spPr>
          <a:xfrm>
            <a:off x="311700" y="682991"/>
            <a:ext cx="4153620" cy="3492770"/>
          </a:xfrm>
          <a:prstGeom prst="rect">
            <a:avLst/>
          </a:prstGeom>
        </p:spPr>
        <p:txBody>
          <a:bodyPr spcFirstLastPara="1" wrap="square" lIns="91425" tIns="91425" rIns="91425" bIns="91425" anchor="t" anchorCtr="0">
            <a:normAutofit/>
          </a:bodyPr>
          <a:lstStyle/>
          <a:p>
            <a:pPr marL="0" lvl="0" indent="0" algn="l" rtl="0">
              <a:spcBef>
                <a:spcPts val="1500"/>
              </a:spcBef>
              <a:spcAft>
                <a:spcPts val="0"/>
              </a:spcAft>
              <a:buNone/>
            </a:pPr>
            <a:r>
              <a:rPr lang="uk-UA" noProof="0" dirty="0">
                <a:solidFill>
                  <a:srgbClr val="0D0D0D"/>
                </a:solidFill>
                <a:highlight>
                  <a:srgbClr val="FFFFFF"/>
                </a:highlight>
                <a:latin typeface="Economica" panose="020B0604020202020204" charset="0"/>
              </a:rPr>
              <a:t>Технології для </a:t>
            </a:r>
            <a:r>
              <a:rPr lang="en-US" noProof="0" dirty="0">
                <a:solidFill>
                  <a:srgbClr val="0D0D0D"/>
                </a:solidFill>
                <a:highlight>
                  <a:srgbClr val="FFFFFF"/>
                </a:highlight>
                <a:latin typeface="Economica" panose="020B0604020202020204" charset="0"/>
              </a:rPr>
              <a:t>Frontend </a:t>
            </a:r>
            <a:r>
              <a:rPr lang="uk-UA" noProof="0" dirty="0">
                <a:solidFill>
                  <a:srgbClr val="0D0D0D"/>
                </a:solidFill>
                <a:highlight>
                  <a:srgbClr val="FFFFFF"/>
                </a:highlight>
                <a:latin typeface="Economica" panose="020B0604020202020204" charset="0"/>
              </a:rPr>
              <a:t>розробки:</a:t>
            </a:r>
          </a:p>
          <a:p>
            <a:pPr marL="0" lvl="0" indent="0">
              <a:spcBef>
                <a:spcPts val="1500"/>
              </a:spcBef>
              <a:buNone/>
            </a:pPr>
            <a:r>
              <a:rPr lang="uk-UA" dirty="0">
                <a:highlight>
                  <a:srgbClr val="FFFFFF"/>
                </a:highlight>
                <a:latin typeface="Economica" panose="020B0604020202020204" charset="0"/>
              </a:rPr>
              <a:t>• </a:t>
            </a:r>
            <a:r>
              <a:rPr lang="en-US" dirty="0">
                <a:highlight>
                  <a:srgbClr val="FFFFFF"/>
                </a:highlight>
                <a:latin typeface="Economica" panose="020B0604020202020204" charset="0"/>
              </a:rPr>
              <a:t>HTML5</a:t>
            </a:r>
            <a:br>
              <a:rPr lang="uk-UA" dirty="0">
                <a:highlight>
                  <a:srgbClr val="FFFFFF"/>
                </a:highlight>
                <a:latin typeface="Economica" panose="020B0604020202020204" charset="0"/>
              </a:rPr>
            </a:br>
            <a:r>
              <a:rPr lang="uk-UA" dirty="0">
                <a:highlight>
                  <a:srgbClr val="FFFFFF"/>
                </a:highlight>
                <a:latin typeface="Economica" panose="020B0604020202020204" charset="0"/>
              </a:rPr>
              <a:t>• </a:t>
            </a:r>
            <a:r>
              <a:rPr lang="en-US" dirty="0">
                <a:highlight>
                  <a:srgbClr val="FFFFFF"/>
                </a:highlight>
                <a:latin typeface="Economica" panose="020B0604020202020204" charset="0"/>
              </a:rPr>
              <a:t>CSS3</a:t>
            </a:r>
            <a:br>
              <a:rPr lang="uk-UA" dirty="0">
                <a:highlight>
                  <a:srgbClr val="FFFFFF"/>
                </a:highlight>
                <a:latin typeface="Economica" panose="020B0604020202020204" charset="0"/>
              </a:rPr>
            </a:br>
            <a:r>
              <a:rPr lang="uk-UA" dirty="0">
                <a:highlight>
                  <a:srgbClr val="FFFFFF"/>
                </a:highlight>
                <a:latin typeface="Economica" panose="020B0604020202020204" charset="0"/>
              </a:rPr>
              <a:t>•</a:t>
            </a:r>
            <a:r>
              <a:rPr lang="en-US" dirty="0">
                <a:highlight>
                  <a:srgbClr val="FFFFFF"/>
                </a:highlight>
                <a:latin typeface="Economica" panose="020B0604020202020204" charset="0"/>
              </a:rPr>
              <a:t> JavaScript</a:t>
            </a:r>
            <a:endParaRPr lang="uk-UA" noProof="0" dirty="0">
              <a:solidFill>
                <a:srgbClr val="0D0D0D"/>
              </a:solidFill>
              <a:highlight>
                <a:srgbClr val="FFFFFF"/>
              </a:highlight>
              <a:latin typeface="Economica" panose="020B0604020202020204" charset="0"/>
            </a:endParaRPr>
          </a:p>
          <a:p>
            <a:pPr marL="0" indent="0">
              <a:spcBef>
                <a:spcPts val="1500"/>
              </a:spcBef>
              <a:spcAft>
                <a:spcPts val="1200"/>
              </a:spcAft>
              <a:buNone/>
            </a:pPr>
            <a:r>
              <a:rPr lang="uk-UA" dirty="0">
                <a:solidFill>
                  <a:srgbClr val="0D0D0D"/>
                </a:solidFill>
                <a:highlight>
                  <a:srgbClr val="FFFFFF"/>
                </a:highlight>
                <a:latin typeface="Economica" panose="020B0604020202020204" charset="0"/>
              </a:rPr>
              <a:t>Технології для </a:t>
            </a:r>
            <a:r>
              <a:rPr lang="en-US" dirty="0">
                <a:solidFill>
                  <a:srgbClr val="0D0D0D"/>
                </a:solidFill>
                <a:highlight>
                  <a:srgbClr val="FFFFFF"/>
                </a:highlight>
                <a:latin typeface="Economica" panose="020B0604020202020204" charset="0"/>
              </a:rPr>
              <a:t>Backend </a:t>
            </a:r>
            <a:r>
              <a:rPr lang="uk-UA" dirty="0">
                <a:solidFill>
                  <a:srgbClr val="0D0D0D"/>
                </a:solidFill>
                <a:highlight>
                  <a:srgbClr val="FFFFFF"/>
                </a:highlight>
                <a:latin typeface="Economica" panose="020B0604020202020204" charset="0"/>
              </a:rPr>
              <a:t>розробки:</a:t>
            </a:r>
          </a:p>
          <a:p>
            <a:pPr marL="0" lvl="0" indent="0">
              <a:buNone/>
            </a:pPr>
            <a:r>
              <a:rPr lang="uk-UA" dirty="0">
                <a:highlight>
                  <a:srgbClr val="FFFFFF"/>
                </a:highlight>
                <a:latin typeface="Economica" panose="020B0604020202020204" charset="0"/>
              </a:rPr>
              <a:t>•</a:t>
            </a:r>
            <a:r>
              <a:rPr lang="en-US" dirty="0">
                <a:highlight>
                  <a:srgbClr val="FFFFFF"/>
                </a:highlight>
                <a:latin typeface="Economica" panose="020B0604020202020204" charset="0"/>
              </a:rPr>
              <a:t> Node.js</a:t>
            </a:r>
            <a:br>
              <a:rPr lang="en-US" dirty="0">
                <a:highlight>
                  <a:srgbClr val="FFFFFF"/>
                </a:highlight>
                <a:latin typeface="Economica" panose="020B0604020202020204" charset="0"/>
              </a:rPr>
            </a:br>
            <a:r>
              <a:rPr lang="uk-UA" dirty="0">
                <a:highlight>
                  <a:srgbClr val="FFFFFF"/>
                </a:highlight>
                <a:latin typeface="Economica" panose="020B0604020202020204" charset="0"/>
              </a:rPr>
              <a:t>•</a:t>
            </a:r>
            <a:r>
              <a:rPr lang="en-US" dirty="0">
                <a:highlight>
                  <a:srgbClr val="FFFFFF"/>
                </a:highlight>
                <a:latin typeface="Economica" panose="020B0604020202020204" charset="0"/>
              </a:rPr>
              <a:t> Express.js </a:t>
            </a:r>
          </a:p>
          <a:p>
            <a:pPr marL="0" lvl="0" indent="0">
              <a:spcBef>
                <a:spcPts val="1500"/>
              </a:spcBef>
              <a:spcAft>
                <a:spcPts val="1200"/>
              </a:spcAft>
              <a:buNone/>
            </a:pPr>
            <a:endParaRPr lang="uk-UA" noProof="0" dirty="0">
              <a:latin typeface="Economica" panose="020B0604020202020204" charset="0"/>
            </a:endParaRPr>
          </a:p>
        </p:txBody>
      </p:sp>
      <p:pic>
        <p:nvPicPr>
          <p:cNvPr id="94" name="Google Shape;94;p17"/>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343E912-C721-1128-5F72-D9BB9BCF5CCA}"/>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5</a:t>
            </a:fld>
            <a:endParaRPr lang="uk-UA" noProof="0" dirty="0"/>
          </a:p>
        </p:txBody>
      </p:sp>
      <p:sp>
        <p:nvSpPr>
          <p:cNvPr id="4" name="TextBox 3">
            <a:extLst>
              <a:ext uri="{FF2B5EF4-FFF2-40B4-BE49-F238E27FC236}">
                <a16:creationId xmlns:a16="http://schemas.microsoft.com/office/drawing/2014/main" id="{EE089AAF-5043-2C9E-35AA-21FF1B42A274}"/>
              </a:ext>
            </a:extLst>
          </p:cNvPr>
          <p:cNvSpPr txBox="1"/>
          <p:nvPr/>
        </p:nvSpPr>
        <p:spPr>
          <a:xfrm>
            <a:off x="4572000" y="999970"/>
            <a:ext cx="3362532" cy="800219"/>
          </a:xfrm>
          <a:prstGeom prst="rect">
            <a:avLst/>
          </a:prstGeom>
          <a:noFill/>
        </p:spPr>
        <p:txBody>
          <a:bodyPr wrap="square">
            <a:spAutoFit/>
          </a:bodyPr>
          <a:lstStyle/>
          <a:p>
            <a:r>
              <a:rPr lang="uk-UA" noProof="0" dirty="0">
                <a:solidFill>
                  <a:srgbClr val="0D0D0D"/>
                </a:solidFill>
                <a:highlight>
                  <a:srgbClr val="FFFFFF"/>
                </a:highlight>
              </a:rPr>
              <a:t>Технології розробки бази даних:</a:t>
            </a:r>
          </a:p>
          <a:p>
            <a:endParaRPr lang="uk-UA" noProof="0" dirty="0">
              <a:solidFill>
                <a:srgbClr val="0D0D0D"/>
              </a:solidFill>
              <a:highlight>
                <a:srgbClr val="FFFFFF"/>
              </a:highlight>
            </a:endParaRPr>
          </a:p>
          <a:p>
            <a:r>
              <a:rPr lang="uk-UA" dirty="0">
                <a:highlight>
                  <a:srgbClr val="FFFFFF"/>
                </a:highlight>
                <a:latin typeface="Economica" panose="020B0604020202020204" charset="0"/>
              </a:rPr>
              <a:t>• </a:t>
            </a:r>
            <a:r>
              <a:rPr lang="en-US" sz="1800" dirty="0">
                <a:highlight>
                  <a:srgbClr val="FFFFFF"/>
                </a:highlight>
                <a:latin typeface="Economica" panose="020B0604020202020204" charset="0"/>
              </a:rPr>
              <a:t>SQLite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268924" y="349658"/>
            <a:ext cx="8793367" cy="90764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3200" noProof="0" dirty="0"/>
              <a:t>Архітектура </a:t>
            </a:r>
            <a:r>
              <a:rPr lang="uk-UA" sz="3200" noProof="0" dirty="0" err="1"/>
              <a:t>створенного</a:t>
            </a:r>
            <a:r>
              <a:rPr lang="uk-UA" sz="3200" noProof="0" dirty="0"/>
              <a:t> програмного забезпечення</a:t>
            </a:r>
          </a:p>
        </p:txBody>
      </p:sp>
      <p:pic>
        <p:nvPicPr>
          <p:cNvPr id="101" name="Google Shape;101;p18"/>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A55726-B906-08A2-C43F-1B00FCF5F354}"/>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6</a:t>
            </a:fld>
            <a:endParaRPr lang="uk-UA" noProof="0" dirty="0"/>
          </a:p>
        </p:txBody>
      </p:sp>
      <p:sp>
        <p:nvSpPr>
          <p:cNvPr id="3" name="Прямоугольник: скругленные углы 2">
            <a:extLst>
              <a:ext uri="{FF2B5EF4-FFF2-40B4-BE49-F238E27FC236}">
                <a16:creationId xmlns:a16="http://schemas.microsoft.com/office/drawing/2014/main" id="{F3C40F57-7F37-EF28-CEC1-DA0620FDCC06}"/>
              </a:ext>
            </a:extLst>
          </p:cNvPr>
          <p:cNvSpPr/>
          <p:nvPr/>
        </p:nvSpPr>
        <p:spPr>
          <a:xfrm>
            <a:off x="349530" y="1502070"/>
            <a:ext cx="1044930" cy="1325739"/>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Клієнтська частина (</a:t>
            </a:r>
            <a:r>
              <a:rPr lang="en-US" dirty="0">
                <a:solidFill>
                  <a:schemeClr val="tx1"/>
                </a:solidFill>
                <a:latin typeface="Economica" panose="020B0604020202020204" charset="0"/>
              </a:rPr>
              <a:t>Frontend</a:t>
            </a:r>
            <a:r>
              <a:rPr lang="uk-UA" dirty="0">
                <a:solidFill>
                  <a:schemeClr val="tx1"/>
                </a:solidFill>
                <a:latin typeface="Economica" panose="020B0604020202020204" charset="0"/>
              </a:rPr>
              <a:t>)</a:t>
            </a:r>
            <a:endParaRPr lang="en-US" dirty="0">
              <a:solidFill>
                <a:schemeClr val="tx1"/>
              </a:solidFill>
              <a:latin typeface="Economica" panose="020B0604020202020204" charset="0"/>
            </a:endParaRPr>
          </a:p>
        </p:txBody>
      </p:sp>
      <p:sp>
        <p:nvSpPr>
          <p:cNvPr id="5" name="Прямоугольник: скругленные углы 4">
            <a:extLst>
              <a:ext uri="{FF2B5EF4-FFF2-40B4-BE49-F238E27FC236}">
                <a16:creationId xmlns:a16="http://schemas.microsoft.com/office/drawing/2014/main" id="{D0C2B2C9-BEA1-147C-CBAD-012D8D71FB49}"/>
              </a:ext>
            </a:extLst>
          </p:cNvPr>
          <p:cNvSpPr/>
          <p:nvPr/>
        </p:nvSpPr>
        <p:spPr>
          <a:xfrm>
            <a:off x="1873777" y="1514614"/>
            <a:ext cx="1044930" cy="1313195"/>
          </a:xfrm>
          <a:prstGeom prst="roundRect">
            <a:avLst/>
          </a:prstGeom>
          <a:solidFill>
            <a:srgbClr val="B1FDB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Серверна частина (</a:t>
            </a:r>
            <a:r>
              <a:rPr lang="en-US" dirty="0">
                <a:solidFill>
                  <a:schemeClr val="tx1"/>
                </a:solidFill>
                <a:latin typeface="Economica" panose="020B0604020202020204" charset="0"/>
              </a:rPr>
              <a:t>Backend</a:t>
            </a:r>
            <a:r>
              <a:rPr lang="uk-UA" dirty="0">
                <a:solidFill>
                  <a:schemeClr val="tx1"/>
                </a:solidFill>
                <a:latin typeface="Economica" panose="020B0604020202020204" charset="0"/>
              </a:rPr>
              <a:t>)</a:t>
            </a:r>
            <a:endParaRPr lang="en-US" dirty="0">
              <a:solidFill>
                <a:schemeClr val="tx1"/>
              </a:solidFill>
              <a:latin typeface="Economica" panose="020B0604020202020204" charset="0"/>
            </a:endParaRPr>
          </a:p>
        </p:txBody>
      </p:sp>
      <p:sp>
        <p:nvSpPr>
          <p:cNvPr id="7" name="Прямоугольник: скругленные углы 6">
            <a:extLst>
              <a:ext uri="{FF2B5EF4-FFF2-40B4-BE49-F238E27FC236}">
                <a16:creationId xmlns:a16="http://schemas.microsoft.com/office/drawing/2014/main" id="{4EA8B162-435D-4883-30BB-7E310A8B4531}"/>
              </a:ext>
            </a:extLst>
          </p:cNvPr>
          <p:cNvSpPr/>
          <p:nvPr/>
        </p:nvSpPr>
        <p:spPr>
          <a:xfrm>
            <a:off x="3398025" y="1514614"/>
            <a:ext cx="1044930" cy="1313195"/>
          </a:xfrm>
          <a:prstGeom prst="roundRect">
            <a:avLst/>
          </a:prstGeom>
          <a:solidFill>
            <a:srgbClr val="B1A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База даних </a:t>
            </a:r>
            <a:r>
              <a:rPr lang="en-US" dirty="0">
                <a:solidFill>
                  <a:schemeClr val="tx1"/>
                </a:solidFill>
                <a:latin typeface="Economica" panose="020B0604020202020204" charset="0"/>
              </a:rPr>
              <a:t>SQLite</a:t>
            </a:r>
          </a:p>
        </p:txBody>
      </p:sp>
      <p:sp>
        <p:nvSpPr>
          <p:cNvPr id="9" name="Прямоугольник: скругленные углы 8">
            <a:extLst>
              <a:ext uri="{FF2B5EF4-FFF2-40B4-BE49-F238E27FC236}">
                <a16:creationId xmlns:a16="http://schemas.microsoft.com/office/drawing/2014/main" id="{1A3D630A-6225-726F-3C2B-92CF300ED0AC}"/>
              </a:ext>
            </a:extLst>
          </p:cNvPr>
          <p:cNvSpPr/>
          <p:nvPr/>
        </p:nvSpPr>
        <p:spPr>
          <a:xfrm>
            <a:off x="1394460" y="3451858"/>
            <a:ext cx="2003564" cy="907642"/>
          </a:xfrm>
          <a:prstGeom prst="roundRect">
            <a:avLst/>
          </a:prstGeom>
          <a:solidFill>
            <a:srgbClr val="FFF7A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Адміністративна панель</a:t>
            </a:r>
            <a:endParaRPr lang="en-US" dirty="0">
              <a:solidFill>
                <a:schemeClr val="tx1"/>
              </a:solidFill>
              <a:latin typeface="Economica" panose="020B0604020202020204" charset="0"/>
            </a:endParaRPr>
          </a:p>
        </p:txBody>
      </p:sp>
      <p:cxnSp>
        <p:nvCxnSpPr>
          <p:cNvPr id="11" name="Прямая со стрелкой 10">
            <a:extLst>
              <a:ext uri="{FF2B5EF4-FFF2-40B4-BE49-F238E27FC236}">
                <a16:creationId xmlns:a16="http://schemas.microsoft.com/office/drawing/2014/main" id="{1DD7DE07-B315-5077-74E9-73F7E1750F37}"/>
              </a:ext>
            </a:extLst>
          </p:cNvPr>
          <p:cNvCxnSpPr>
            <a:cxnSpLocks/>
            <a:stCxn id="3" idx="3"/>
            <a:endCxn id="5" idx="1"/>
          </p:cNvCxnSpPr>
          <p:nvPr/>
        </p:nvCxnSpPr>
        <p:spPr>
          <a:xfrm>
            <a:off x="1394460" y="2164940"/>
            <a:ext cx="479317" cy="627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8E8C0489-509A-DCBE-2353-5CD0DE845300}"/>
              </a:ext>
            </a:extLst>
          </p:cNvPr>
          <p:cNvCxnSpPr>
            <a:cxnSpLocks/>
          </p:cNvCxnSpPr>
          <p:nvPr/>
        </p:nvCxnSpPr>
        <p:spPr>
          <a:xfrm>
            <a:off x="2918707" y="2164939"/>
            <a:ext cx="479317" cy="627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Прямая со стрелкой 14">
            <a:extLst>
              <a:ext uri="{FF2B5EF4-FFF2-40B4-BE49-F238E27FC236}">
                <a16:creationId xmlns:a16="http://schemas.microsoft.com/office/drawing/2014/main" id="{0B717FD2-E73B-C40D-D451-4AFDA310509D}"/>
              </a:ext>
            </a:extLst>
          </p:cNvPr>
          <p:cNvCxnSpPr>
            <a:cxnSpLocks/>
            <a:stCxn id="9" idx="0"/>
            <a:endCxn id="5" idx="2"/>
          </p:cNvCxnSpPr>
          <p:nvPr/>
        </p:nvCxnSpPr>
        <p:spPr>
          <a:xfrm flipV="1">
            <a:off x="2396242" y="2827809"/>
            <a:ext cx="0" cy="6240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2DAC544-6251-F535-36C8-A29E891834BC}"/>
              </a:ext>
            </a:extLst>
          </p:cNvPr>
          <p:cNvSpPr txBox="1"/>
          <p:nvPr/>
        </p:nvSpPr>
        <p:spPr>
          <a:xfrm>
            <a:off x="5547360" y="1250957"/>
            <a:ext cx="3162300" cy="3108543"/>
          </a:xfrm>
          <a:prstGeom prst="rect">
            <a:avLst/>
          </a:prstGeom>
          <a:noFill/>
        </p:spPr>
        <p:txBody>
          <a:bodyPr wrap="square">
            <a:spAutoFit/>
          </a:bodyPr>
          <a:lstStyle/>
          <a:p>
            <a:r>
              <a:rPr lang="uk-UA" dirty="0">
                <a:latin typeface="Economica" panose="020B0604020202020204" charset="0"/>
              </a:rPr>
              <a:t>•  Клієнтська частина відповідає за інтерфейс, через який користувачі взаємодіють із системою.</a:t>
            </a:r>
          </a:p>
          <a:p>
            <a:endParaRPr lang="uk-UA" dirty="0">
              <a:latin typeface="Economica" panose="020B0604020202020204" charset="0"/>
            </a:endParaRPr>
          </a:p>
          <a:p>
            <a:r>
              <a:rPr lang="uk-UA" dirty="0">
                <a:latin typeface="Economica" panose="020B0604020202020204" charset="0"/>
              </a:rPr>
              <a:t>• Серверна частина відповідає за обробку запитів клієнта та реалізацію бізнес логіки.</a:t>
            </a:r>
          </a:p>
          <a:p>
            <a:endParaRPr lang="uk-UA" dirty="0">
              <a:latin typeface="Economica" panose="020B0604020202020204" charset="0"/>
            </a:endParaRPr>
          </a:p>
          <a:p>
            <a:r>
              <a:rPr lang="uk-UA" dirty="0">
                <a:latin typeface="Economica" panose="020B0604020202020204" charset="0"/>
              </a:rPr>
              <a:t>• База даних відповідає за зберігання даних.</a:t>
            </a:r>
          </a:p>
          <a:p>
            <a:endParaRPr lang="uk-UA" dirty="0">
              <a:latin typeface="Economica" panose="020B0604020202020204" charset="0"/>
            </a:endParaRPr>
          </a:p>
          <a:p>
            <a:r>
              <a:rPr lang="uk-UA" dirty="0">
                <a:latin typeface="Economica" panose="020B0604020202020204" charset="0"/>
              </a:rPr>
              <a:t>• Адміністративна панель відповідає за інтерфейс адміністратора, з яким він взаємодіє.</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31240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uk-UA" sz="3200" noProof="0" dirty="0"/>
              <a:t>Опис програмного забезпечення, що було використано у дослідженні</a:t>
            </a:r>
          </a:p>
        </p:txBody>
      </p:sp>
      <p:sp>
        <p:nvSpPr>
          <p:cNvPr id="107" name="Google Shape;107;p19"/>
          <p:cNvSpPr txBox="1">
            <a:spLocks noGrp="1"/>
          </p:cNvSpPr>
          <p:nvPr>
            <p:ph type="body" idx="1"/>
          </p:nvPr>
        </p:nvSpPr>
        <p:spPr>
          <a:xfrm>
            <a:off x="311700" y="1218020"/>
            <a:ext cx="4100280" cy="2012860"/>
          </a:xfrm>
          <a:prstGeom prst="rect">
            <a:avLst/>
          </a:prstGeom>
        </p:spPr>
        <p:txBody>
          <a:bodyPr spcFirstLastPara="1" wrap="square" lIns="91425" tIns="91425" rIns="91425" bIns="91425" anchor="t" anchorCtr="0">
            <a:normAutofit/>
          </a:bodyPr>
          <a:lstStyle/>
          <a:p>
            <a:pPr marL="0" lvl="0" indent="0" algn="l" rtl="0">
              <a:spcBef>
                <a:spcPts val="1500"/>
              </a:spcBef>
              <a:spcAft>
                <a:spcPts val="1200"/>
              </a:spcAft>
              <a:buNone/>
            </a:pPr>
            <a:r>
              <a:rPr lang="uk-UA" sz="1400" noProof="0" dirty="0">
                <a:latin typeface="Economica" panose="020B0604020202020204" charset="0"/>
              </a:rPr>
              <a:t>Опис процесу розробки:</a:t>
            </a:r>
          </a:p>
          <a:p>
            <a:pPr marL="0" lvl="0" indent="0">
              <a:lnSpc>
                <a:spcPct val="100000"/>
              </a:lnSpc>
              <a:spcBef>
                <a:spcPts val="1500"/>
              </a:spcBef>
              <a:spcAft>
                <a:spcPts val="1200"/>
              </a:spcAft>
              <a:buNone/>
            </a:pPr>
            <a:r>
              <a:rPr lang="uk-UA" sz="1400" dirty="0">
                <a:latin typeface="Economica" panose="020B0604020202020204" charset="0"/>
              </a:rPr>
              <a:t>• Аналіз вимог до програмної системи</a:t>
            </a:r>
            <a:br>
              <a:rPr lang="uk-UA" sz="1400" dirty="0">
                <a:latin typeface="Economica" panose="020B0604020202020204" charset="0"/>
              </a:rPr>
            </a:br>
            <a:r>
              <a:rPr lang="uk-UA" sz="1400" dirty="0">
                <a:latin typeface="Economica" panose="020B0604020202020204" charset="0"/>
              </a:rPr>
              <a:t>• Проєктування архітектури та бази даних</a:t>
            </a:r>
            <a:br>
              <a:rPr lang="uk-UA" sz="1400" dirty="0">
                <a:latin typeface="Economica" panose="020B0604020202020204" charset="0"/>
              </a:rPr>
            </a:br>
            <a:r>
              <a:rPr lang="uk-UA" sz="1400" dirty="0">
                <a:latin typeface="Economica" panose="020B0604020202020204" charset="0"/>
              </a:rPr>
              <a:t>• Розробка клієнтської та серверної частини</a:t>
            </a:r>
            <a:br>
              <a:rPr lang="uk-UA" sz="1400" dirty="0">
                <a:latin typeface="Economica" panose="020B0604020202020204" charset="0"/>
              </a:rPr>
            </a:br>
            <a:r>
              <a:rPr lang="uk-UA" sz="1400" dirty="0">
                <a:latin typeface="Economica" panose="020B0604020202020204" charset="0"/>
              </a:rPr>
              <a:t>• Тестування та виправлення помилок</a:t>
            </a:r>
          </a:p>
        </p:txBody>
      </p:sp>
      <p:pic>
        <p:nvPicPr>
          <p:cNvPr id="108" name="Google Shape;108;p19"/>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1226AFC1-F793-030A-440F-FC50C3AEF71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7</a:t>
            </a:fld>
            <a:endParaRPr lang="uk-UA" noProof="0" dirty="0"/>
          </a:p>
        </p:txBody>
      </p:sp>
      <p:sp>
        <p:nvSpPr>
          <p:cNvPr id="4" name="TextBox 3">
            <a:extLst>
              <a:ext uri="{FF2B5EF4-FFF2-40B4-BE49-F238E27FC236}">
                <a16:creationId xmlns:a16="http://schemas.microsoft.com/office/drawing/2014/main" id="{5FE4EE28-FCBF-FC52-4620-B448D66AD2AD}"/>
              </a:ext>
            </a:extLst>
          </p:cNvPr>
          <p:cNvSpPr txBox="1"/>
          <p:nvPr/>
        </p:nvSpPr>
        <p:spPr>
          <a:xfrm>
            <a:off x="4873855" y="1469480"/>
            <a:ext cx="4001220" cy="2954655"/>
          </a:xfrm>
          <a:prstGeom prst="rect">
            <a:avLst/>
          </a:prstGeom>
          <a:noFill/>
        </p:spPr>
        <p:txBody>
          <a:bodyPr wrap="square">
            <a:spAutoFit/>
          </a:bodyPr>
          <a:lstStyle/>
          <a:p>
            <a:r>
              <a:rPr lang="uk-UA" dirty="0">
                <a:latin typeface="Economica" panose="020B0604020202020204" charset="0"/>
              </a:rPr>
              <a:t>Обрані мови програмування та фреймворки:</a:t>
            </a:r>
          </a:p>
          <a:p>
            <a:endParaRPr lang="uk-UA" dirty="0">
              <a:latin typeface="Economica" panose="020B0604020202020204" charset="0"/>
            </a:endParaRPr>
          </a:p>
          <a:p>
            <a:r>
              <a:rPr lang="uk-UA" sz="1800" dirty="0">
                <a:latin typeface="Economica" panose="020B0604020202020204" charset="0"/>
              </a:rPr>
              <a:t>• </a:t>
            </a:r>
            <a:r>
              <a:rPr lang="en-US" sz="1800" dirty="0">
                <a:latin typeface="Economica" panose="020B0604020202020204" charset="0"/>
              </a:rPr>
              <a:t>HTML5</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CSS3</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JavaScript</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Node.js</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Express.js</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SQLite</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JWT</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a:t>
            </a:r>
            <a:r>
              <a:rPr lang="en-US" sz="1800" dirty="0" err="1">
                <a:latin typeface="Economica" panose="020B0604020202020204" charset="0"/>
              </a:rPr>
              <a:t>bcrypt</a:t>
            </a:r>
            <a:endParaRPr lang="uk-UA" sz="1800" dirty="0">
              <a:latin typeface="Economica" panose="020B0604020202020204" charset="0"/>
            </a:endParaRPr>
          </a:p>
          <a:p>
            <a:endParaRPr lang="en-US" dirty="0">
              <a:latin typeface="Economica"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311700" y="-9203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Дизайн системи</a:t>
            </a:r>
          </a:p>
        </p:txBody>
      </p:sp>
      <p:pic>
        <p:nvPicPr>
          <p:cNvPr id="115" name="Google Shape;115;p20"/>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E8624834-013E-7249-F488-C816A0DA9355}"/>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8</a:t>
            </a:fld>
            <a:endParaRPr lang="uk-UA" noProof="0" dirty="0"/>
          </a:p>
        </p:txBody>
      </p:sp>
      <p:sp>
        <p:nvSpPr>
          <p:cNvPr id="4" name="TextBox 3">
            <a:extLst>
              <a:ext uri="{FF2B5EF4-FFF2-40B4-BE49-F238E27FC236}">
                <a16:creationId xmlns:a16="http://schemas.microsoft.com/office/drawing/2014/main" id="{3A0ACDBC-8B16-30BF-4A59-26B48851A5DB}"/>
              </a:ext>
            </a:extLst>
          </p:cNvPr>
          <p:cNvSpPr txBox="1"/>
          <p:nvPr/>
        </p:nvSpPr>
        <p:spPr>
          <a:xfrm>
            <a:off x="311700" y="1139653"/>
            <a:ext cx="3271559" cy="1631216"/>
          </a:xfrm>
          <a:prstGeom prst="rect">
            <a:avLst/>
          </a:prstGeom>
          <a:noFill/>
        </p:spPr>
        <p:txBody>
          <a:bodyPr wrap="square">
            <a:spAutoFit/>
          </a:bodyPr>
          <a:lstStyle/>
          <a:p>
            <a:r>
              <a:rPr lang="uk-UA" dirty="0">
                <a:latin typeface="Economica" panose="020B0604020202020204" charset="0"/>
              </a:rPr>
              <a:t>Обрані методи дизайну системи:</a:t>
            </a:r>
          </a:p>
          <a:p>
            <a:endParaRPr lang="uk-UA" dirty="0">
              <a:latin typeface="Economica" panose="020B0604020202020204" charset="0"/>
            </a:endParaRPr>
          </a:p>
          <a:p>
            <a:r>
              <a:rPr lang="uk-UA" sz="1800" dirty="0">
                <a:latin typeface="Economica" panose="020B0604020202020204" charset="0"/>
              </a:rPr>
              <a:t>• Клієнт-серверна архітектура</a:t>
            </a:r>
          </a:p>
          <a:p>
            <a:r>
              <a:rPr lang="uk-UA" sz="1800" dirty="0">
                <a:latin typeface="Economica" panose="020B0604020202020204" charset="0"/>
              </a:rPr>
              <a:t>• </a:t>
            </a:r>
            <a:r>
              <a:rPr lang="en-US" sz="1800" dirty="0">
                <a:latin typeface="Economica" panose="020B0604020202020204" charset="0"/>
              </a:rPr>
              <a:t>REST API</a:t>
            </a:r>
          </a:p>
          <a:p>
            <a:r>
              <a:rPr lang="uk-UA" sz="1800" dirty="0">
                <a:latin typeface="Economica" panose="020B0604020202020204" charset="0"/>
              </a:rPr>
              <a:t>•</a:t>
            </a:r>
            <a:r>
              <a:rPr lang="en-US" sz="1800" dirty="0">
                <a:latin typeface="Economica" panose="020B0604020202020204" charset="0"/>
              </a:rPr>
              <a:t> JWT-</a:t>
            </a:r>
            <a:r>
              <a:rPr lang="uk-UA" sz="1800" dirty="0">
                <a:latin typeface="Economica" panose="020B0604020202020204" charset="0"/>
              </a:rPr>
              <a:t>авторизація</a:t>
            </a:r>
            <a:endParaRPr lang="en-US" sz="1800" dirty="0">
              <a:latin typeface="Economica" panose="020B0604020202020204" charset="0"/>
            </a:endParaRPr>
          </a:p>
        </p:txBody>
      </p:sp>
      <p:sp>
        <p:nvSpPr>
          <p:cNvPr id="6" name="TextBox 5">
            <a:extLst>
              <a:ext uri="{FF2B5EF4-FFF2-40B4-BE49-F238E27FC236}">
                <a16:creationId xmlns:a16="http://schemas.microsoft.com/office/drawing/2014/main" id="{4B8ACDF1-D5FE-F8F4-9DA7-43A7388F75A1}"/>
              </a:ext>
            </a:extLst>
          </p:cNvPr>
          <p:cNvSpPr txBox="1"/>
          <p:nvPr/>
        </p:nvSpPr>
        <p:spPr>
          <a:xfrm>
            <a:off x="395537" y="2843420"/>
            <a:ext cx="4572000" cy="307777"/>
          </a:xfrm>
          <a:prstGeom prst="rect">
            <a:avLst/>
          </a:prstGeom>
          <a:noFill/>
        </p:spPr>
        <p:txBody>
          <a:bodyPr wrap="square">
            <a:spAutoFit/>
          </a:bodyPr>
          <a:lstStyle/>
          <a:p>
            <a:r>
              <a:rPr lang="uk-UA" dirty="0"/>
              <a:t>Послідовність: </a:t>
            </a:r>
            <a:endParaRPr lang="en-US" dirty="0"/>
          </a:p>
        </p:txBody>
      </p:sp>
      <p:sp>
        <p:nvSpPr>
          <p:cNvPr id="8" name="Прямоугольник: скругленные углы 7">
            <a:extLst>
              <a:ext uri="{FF2B5EF4-FFF2-40B4-BE49-F238E27FC236}">
                <a16:creationId xmlns:a16="http://schemas.microsoft.com/office/drawing/2014/main" id="{FDA66911-F425-3BB1-FE4C-AE97DB44AFCA}"/>
              </a:ext>
            </a:extLst>
          </p:cNvPr>
          <p:cNvSpPr/>
          <p:nvPr/>
        </p:nvSpPr>
        <p:spPr>
          <a:xfrm>
            <a:off x="395537" y="3274308"/>
            <a:ext cx="887063" cy="581751"/>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Авторизація</a:t>
            </a:r>
            <a:endParaRPr lang="en-US" dirty="0">
              <a:solidFill>
                <a:schemeClr val="tx1"/>
              </a:solidFill>
              <a:latin typeface="Economica" panose="020B0604020202020204" charset="0"/>
            </a:endParaRPr>
          </a:p>
        </p:txBody>
      </p:sp>
      <p:cxnSp>
        <p:nvCxnSpPr>
          <p:cNvPr id="10" name="Прямая со стрелкой 9">
            <a:extLst>
              <a:ext uri="{FF2B5EF4-FFF2-40B4-BE49-F238E27FC236}">
                <a16:creationId xmlns:a16="http://schemas.microsoft.com/office/drawing/2014/main" id="{DEC8FC36-C784-93F6-660A-05FE0C982E86}"/>
              </a:ext>
            </a:extLst>
          </p:cNvPr>
          <p:cNvCxnSpPr>
            <a:cxnSpLocks/>
          </p:cNvCxnSpPr>
          <p:nvPr/>
        </p:nvCxnSpPr>
        <p:spPr>
          <a:xfrm>
            <a:off x="1360447" y="3565185"/>
            <a:ext cx="423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Прямоугольник: скругленные углы 12">
            <a:extLst>
              <a:ext uri="{FF2B5EF4-FFF2-40B4-BE49-F238E27FC236}">
                <a16:creationId xmlns:a16="http://schemas.microsoft.com/office/drawing/2014/main" id="{B27DD135-9DF2-C4EE-862A-EE27C79CC525}"/>
              </a:ext>
            </a:extLst>
          </p:cNvPr>
          <p:cNvSpPr/>
          <p:nvPr/>
        </p:nvSpPr>
        <p:spPr>
          <a:xfrm>
            <a:off x="1850904" y="3274310"/>
            <a:ext cx="877638" cy="581751"/>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Меню</a:t>
            </a:r>
            <a:endParaRPr lang="en-US" dirty="0">
              <a:solidFill>
                <a:schemeClr val="tx1"/>
              </a:solidFill>
              <a:latin typeface="Economica" panose="020B0604020202020204" charset="0"/>
            </a:endParaRPr>
          </a:p>
        </p:txBody>
      </p:sp>
      <p:cxnSp>
        <p:nvCxnSpPr>
          <p:cNvPr id="14" name="Прямая со стрелкой 13">
            <a:extLst>
              <a:ext uri="{FF2B5EF4-FFF2-40B4-BE49-F238E27FC236}">
                <a16:creationId xmlns:a16="http://schemas.microsoft.com/office/drawing/2014/main" id="{12360E71-8F85-E8A8-7DF7-414887A3BB7D}"/>
              </a:ext>
            </a:extLst>
          </p:cNvPr>
          <p:cNvCxnSpPr>
            <a:cxnSpLocks/>
          </p:cNvCxnSpPr>
          <p:nvPr/>
        </p:nvCxnSpPr>
        <p:spPr>
          <a:xfrm>
            <a:off x="2806389" y="3565185"/>
            <a:ext cx="423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Прямоугольник: скругленные углы 15">
            <a:extLst>
              <a:ext uri="{FF2B5EF4-FFF2-40B4-BE49-F238E27FC236}">
                <a16:creationId xmlns:a16="http://schemas.microsoft.com/office/drawing/2014/main" id="{AAFDDE8A-735C-2F48-B674-441DA7B170AA}"/>
              </a:ext>
            </a:extLst>
          </p:cNvPr>
          <p:cNvSpPr/>
          <p:nvPr/>
        </p:nvSpPr>
        <p:spPr>
          <a:xfrm>
            <a:off x="3307983" y="3274309"/>
            <a:ext cx="887063" cy="581751"/>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Кошик</a:t>
            </a:r>
            <a:endParaRPr lang="en-US" dirty="0">
              <a:solidFill>
                <a:schemeClr val="tx1"/>
              </a:solidFill>
              <a:latin typeface="Economica" panose="020B0604020202020204" charset="0"/>
            </a:endParaRPr>
          </a:p>
        </p:txBody>
      </p:sp>
      <p:cxnSp>
        <p:nvCxnSpPr>
          <p:cNvPr id="17" name="Прямая со стрелкой 16">
            <a:extLst>
              <a:ext uri="{FF2B5EF4-FFF2-40B4-BE49-F238E27FC236}">
                <a16:creationId xmlns:a16="http://schemas.microsoft.com/office/drawing/2014/main" id="{1D44D6ED-88D5-71FE-599A-1AECEEE89276}"/>
              </a:ext>
            </a:extLst>
          </p:cNvPr>
          <p:cNvCxnSpPr>
            <a:cxnSpLocks/>
          </p:cNvCxnSpPr>
          <p:nvPr/>
        </p:nvCxnSpPr>
        <p:spPr>
          <a:xfrm>
            <a:off x="4289502" y="3565185"/>
            <a:ext cx="423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Прямоугольник: скругленные углы 18">
            <a:extLst>
              <a:ext uri="{FF2B5EF4-FFF2-40B4-BE49-F238E27FC236}">
                <a16:creationId xmlns:a16="http://schemas.microsoft.com/office/drawing/2014/main" id="{A7268ACA-ED52-F2EB-2A50-ADE56620817D}"/>
              </a:ext>
            </a:extLst>
          </p:cNvPr>
          <p:cNvSpPr/>
          <p:nvPr/>
        </p:nvSpPr>
        <p:spPr>
          <a:xfrm>
            <a:off x="4789138" y="3274309"/>
            <a:ext cx="887063" cy="581751"/>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a:solidFill>
                  <a:schemeClr val="tx1"/>
                </a:solidFill>
                <a:latin typeface="Economica" panose="020B0604020202020204" charset="0"/>
              </a:rPr>
              <a:t>Замовлення</a:t>
            </a:r>
            <a:endParaRPr lang="en-US" dirty="0">
              <a:solidFill>
                <a:schemeClr val="tx1"/>
              </a:solidFill>
              <a:latin typeface="Economica" panose="020B0604020202020204" charset="0"/>
            </a:endParaRPr>
          </a:p>
        </p:txBody>
      </p:sp>
      <p:cxnSp>
        <p:nvCxnSpPr>
          <p:cNvPr id="20" name="Прямая со стрелкой 19">
            <a:extLst>
              <a:ext uri="{FF2B5EF4-FFF2-40B4-BE49-F238E27FC236}">
                <a16:creationId xmlns:a16="http://schemas.microsoft.com/office/drawing/2014/main" id="{51E8A0C8-2AD2-D6E8-1BBC-AAE08B35EAA5}"/>
              </a:ext>
            </a:extLst>
          </p:cNvPr>
          <p:cNvCxnSpPr>
            <a:cxnSpLocks/>
          </p:cNvCxnSpPr>
          <p:nvPr/>
        </p:nvCxnSpPr>
        <p:spPr>
          <a:xfrm>
            <a:off x="5802350" y="3565185"/>
            <a:ext cx="423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Прямоугольник: скругленные углы 21">
            <a:extLst>
              <a:ext uri="{FF2B5EF4-FFF2-40B4-BE49-F238E27FC236}">
                <a16:creationId xmlns:a16="http://schemas.microsoft.com/office/drawing/2014/main" id="{AEE8E275-B063-3A4C-2771-66F51FFF64E7}"/>
              </a:ext>
            </a:extLst>
          </p:cNvPr>
          <p:cNvSpPr/>
          <p:nvPr/>
        </p:nvSpPr>
        <p:spPr>
          <a:xfrm>
            <a:off x="6352246" y="3274308"/>
            <a:ext cx="902693" cy="581751"/>
          </a:xfrm>
          <a:prstGeom prst="roundRect">
            <a:avLst/>
          </a:prstGeom>
          <a:solidFill>
            <a:srgbClr val="B1F4F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uk-UA" dirty="0" err="1">
                <a:solidFill>
                  <a:schemeClr val="tx1"/>
                </a:solidFill>
                <a:latin typeface="Economica" panose="020B0604020202020204" charset="0"/>
              </a:rPr>
              <a:t>Адмін</a:t>
            </a:r>
            <a:r>
              <a:rPr lang="uk-UA" dirty="0">
                <a:solidFill>
                  <a:schemeClr val="tx1"/>
                </a:solidFill>
                <a:latin typeface="Economica" panose="020B0604020202020204" charset="0"/>
              </a:rPr>
              <a:t>-панель</a:t>
            </a:r>
            <a:endParaRPr lang="en-US" dirty="0">
              <a:solidFill>
                <a:schemeClr val="tx1"/>
              </a:solidFill>
              <a:latin typeface="Economica" panose="020B0604020202020204" charset="0"/>
            </a:endParaRPr>
          </a:p>
        </p:txBody>
      </p:sp>
      <p:sp>
        <p:nvSpPr>
          <p:cNvPr id="24" name="TextBox 23">
            <a:extLst>
              <a:ext uri="{FF2B5EF4-FFF2-40B4-BE49-F238E27FC236}">
                <a16:creationId xmlns:a16="http://schemas.microsoft.com/office/drawing/2014/main" id="{7ED877AD-1CEC-F2DE-2D31-24004FA37C09}"/>
              </a:ext>
            </a:extLst>
          </p:cNvPr>
          <p:cNvSpPr txBox="1"/>
          <p:nvPr/>
        </p:nvSpPr>
        <p:spPr>
          <a:xfrm>
            <a:off x="3977036" y="1139653"/>
            <a:ext cx="3769343" cy="1354217"/>
          </a:xfrm>
          <a:prstGeom prst="rect">
            <a:avLst/>
          </a:prstGeom>
          <a:noFill/>
        </p:spPr>
        <p:txBody>
          <a:bodyPr wrap="square">
            <a:spAutoFit/>
          </a:bodyPr>
          <a:lstStyle/>
          <a:p>
            <a:r>
              <a:rPr lang="uk-UA" dirty="0"/>
              <a:t>Обрані технології дизайну системи:</a:t>
            </a:r>
          </a:p>
          <a:p>
            <a:endParaRPr lang="uk-UA" dirty="0"/>
          </a:p>
          <a:p>
            <a:r>
              <a:rPr lang="uk-UA" sz="1800" dirty="0">
                <a:latin typeface="Economica" panose="020B0604020202020204" charset="0"/>
              </a:rPr>
              <a:t>• </a:t>
            </a:r>
            <a:r>
              <a:rPr lang="en-US" sz="1800" dirty="0">
                <a:latin typeface="Economica" panose="020B0604020202020204" charset="0"/>
              </a:rPr>
              <a:t>HTML5, CSS3, JavaScript</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Node.js, Express.js</a:t>
            </a:r>
            <a:endParaRPr lang="uk-UA" sz="1800" dirty="0">
              <a:latin typeface="Economica" panose="020B0604020202020204" charset="0"/>
            </a:endParaRPr>
          </a:p>
          <a:p>
            <a:r>
              <a:rPr lang="uk-UA" sz="1800" dirty="0">
                <a:latin typeface="Economica" panose="020B0604020202020204" charset="0"/>
              </a:rPr>
              <a:t>•</a:t>
            </a:r>
            <a:r>
              <a:rPr lang="en-US" sz="1800" dirty="0">
                <a:latin typeface="Economica" panose="020B0604020202020204" charset="0"/>
              </a:rPr>
              <a:t> </a:t>
            </a:r>
            <a:r>
              <a:rPr lang="en-US" sz="1800" dirty="0" err="1">
                <a:latin typeface="Economica" panose="020B0604020202020204" charset="0"/>
              </a:rPr>
              <a:t>Sqlite</a:t>
            </a:r>
            <a:r>
              <a:rPr lang="en-US" sz="1800" dirty="0">
                <a:latin typeface="Economica" panose="020B0604020202020204" charset="0"/>
              </a:rPr>
              <a:t>, JWT, </a:t>
            </a:r>
            <a:r>
              <a:rPr lang="en-US" sz="1800" dirty="0" err="1">
                <a:latin typeface="Economica" panose="020B0604020202020204" charset="0"/>
              </a:rPr>
              <a:t>bcrypt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68925" y="-15299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Приклад реалізації</a:t>
            </a:r>
          </a:p>
        </p:txBody>
      </p:sp>
      <p:pic>
        <p:nvPicPr>
          <p:cNvPr id="122" name="Google Shape;122;p21"/>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68800C66-AABB-EFA8-12F4-0C56A1243712}"/>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9</a:t>
            </a:fld>
            <a:endParaRPr lang="uk-UA" noProof="0" dirty="0"/>
          </a:p>
        </p:txBody>
      </p:sp>
      <p:sp>
        <p:nvSpPr>
          <p:cNvPr id="8" name="TextBox 7">
            <a:extLst>
              <a:ext uri="{FF2B5EF4-FFF2-40B4-BE49-F238E27FC236}">
                <a16:creationId xmlns:a16="http://schemas.microsoft.com/office/drawing/2014/main" id="{00EA3D83-ED3C-E12C-ADA9-7A0871BB8405}"/>
              </a:ext>
            </a:extLst>
          </p:cNvPr>
          <p:cNvSpPr txBox="1"/>
          <p:nvPr/>
        </p:nvSpPr>
        <p:spPr>
          <a:xfrm>
            <a:off x="268925" y="1113634"/>
            <a:ext cx="4572000" cy="307777"/>
          </a:xfrm>
          <a:prstGeom prst="rect">
            <a:avLst/>
          </a:prstGeom>
          <a:noFill/>
        </p:spPr>
        <p:txBody>
          <a:bodyPr wrap="square">
            <a:spAutoFit/>
          </a:bodyPr>
          <a:lstStyle/>
          <a:p>
            <a:r>
              <a:rPr lang="uk-UA" dirty="0">
                <a:latin typeface="Economica" panose="020B0604020202020204" charset="0"/>
              </a:rPr>
              <a:t>Програмний код для логіки оформлення замовлення</a:t>
            </a:r>
            <a:endParaRPr lang="en-US" dirty="0">
              <a:latin typeface="Economica" panose="020B0604020202020204" charset="0"/>
            </a:endParaRPr>
          </a:p>
        </p:txBody>
      </p:sp>
      <p:pic>
        <p:nvPicPr>
          <p:cNvPr id="10" name="Рисунок 9">
            <a:extLst>
              <a:ext uri="{FF2B5EF4-FFF2-40B4-BE49-F238E27FC236}">
                <a16:creationId xmlns:a16="http://schemas.microsoft.com/office/drawing/2014/main" id="{C567C384-360A-1F85-D6F2-E994D56180F2}"/>
              </a:ext>
            </a:extLst>
          </p:cNvPr>
          <p:cNvPicPr>
            <a:picLocks noChangeAspect="1"/>
          </p:cNvPicPr>
          <p:nvPr/>
        </p:nvPicPr>
        <p:blipFill>
          <a:blip r:embed="rId4"/>
          <a:stretch>
            <a:fillRect/>
          </a:stretch>
        </p:blipFill>
        <p:spPr>
          <a:xfrm>
            <a:off x="335045" y="1493540"/>
            <a:ext cx="4236955" cy="26897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a:extLst>
            <a:ext uri="{FF2B5EF4-FFF2-40B4-BE49-F238E27FC236}">
              <a16:creationId xmlns:a16="http://schemas.microsoft.com/office/drawing/2014/main" id="{CEC429C3-8576-4BF8-8C8D-A956DBEA2B4A}"/>
            </a:ext>
          </a:extLst>
        </p:cNvPr>
        <p:cNvGrpSpPr/>
        <p:nvPr/>
      </p:nvGrpSpPr>
      <p:grpSpPr>
        <a:xfrm>
          <a:off x="0" y="0"/>
          <a:ext cx="0" cy="0"/>
          <a:chOff x="0" y="0"/>
          <a:chExt cx="0" cy="0"/>
        </a:xfrm>
      </p:grpSpPr>
      <p:sp>
        <p:nvSpPr>
          <p:cNvPr id="120" name="Google Shape;120;p21">
            <a:extLst>
              <a:ext uri="{FF2B5EF4-FFF2-40B4-BE49-F238E27FC236}">
                <a16:creationId xmlns:a16="http://schemas.microsoft.com/office/drawing/2014/main" id="{76E4F7E3-51EB-1433-5E5F-6D69B96650F9}"/>
              </a:ext>
            </a:extLst>
          </p:cNvPr>
          <p:cNvSpPr txBox="1">
            <a:spLocks noGrp="1"/>
          </p:cNvSpPr>
          <p:nvPr>
            <p:ph type="title"/>
          </p:nvPr>
        </p:nvSpPr>
        <p:spPr>
          <a:xfrm>
            <a:off x="268925" y="-152998"/>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Приклад реалізації</a:t>
            </a:r>
          </a:p>
        </p:txBody>
      </p:sp>
      <p:pic>
        <p:nvPicPr>
          <p:cNvPr id="122" name="Google Shape;122;p21">
            <a:extLst>
              <a:ext uri="{FF2B5EF4-FFF2-40B4-BE49-F238E27FC236}">
                <a16:creationId xmlns:a16="http://schemas.microsoft.com/office/drawing/2014/main" id="{EAF40D66-9F47-DAE9-CF4A-3F6D25B28C04}"/>
              </a:ext>
            </a:extLst>
          </p:cNvPr>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755C705E-0743-6042-1EAF-3EFEEE01B44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10</a:t>
            </a:fld>
            <a:endParaRPr lang="uk-UA" noProof="0" dirty="0"/>
          </a:p>
        </p:txBody>
      </p:sp>
      <p:pic>
        <p:nvPicPr>
          <p:cNvPr id="4" name="Рисунок 3">
            <a:extLst>
              <a:ext uri="{FF2B5EF4-FFF2-40B4-BE49-F238E27FC236}">
                <a16:creationId xmlns:a16="http://schemas.microsoft.com/office/drawing/2014/main" id="{C25CE399-8861-D38B-6F31-DD00442CB827}"/>
              </a:ext>
            </a:extLst>
          </p:cNvPr>
          <p:cNvPicPr>
            <a:picLocks noChangeAspect="1"/>
          </p:cNvPicPr>
          <p:nvPr/>
        </p:nvPicPr>
        <p:blipFill>
          <a:blip r:embed="rId4"/>
          <a:stretch>
            <a:fillRect/>
          </a:stretch>
        </p:blipFill>
        <p:spPr>
          <a:xfrm>
            <a:off x="293057" y="1287214"/>
            <a:ext cx="5438670" cy="2548614"/>
          </a:xfrm>
          <a:prstGeom prst="rect">
            <a:avLst/>
          </a:prstGeom>
        </p:spPr>
      </p:pic>
      <p:sp>
        <p:nvSpPr>
          <p:cNvPr id="6" name="TextBox 5">
            <a:extLst>
              <a:ext uri="{FF2B5EF4-FFF2-40B4-BE49-F238E27FC236}">
                <a16:creationId xmlns:a16="http://schemas.microsoft.com/office/drawing/2014/main" id="{BCA8E2A2-27C9-320D-12F0-E2F7033278DB}"/>
              </a:ext>
            </a:extLst>
          </p:cNvPr>
          <p:cNvSpPr txBox="1"/>
          <p:nvPr/>
        </p:nvSpPr>
        <p:spPr>
          <a:xfrm>
            <a:off x="268925" y="868307"/>
            <a:ext cx="4590584" cy="307777"/>
          </a:xfrm>
          <a:prstGeom prst="rect">
            <a:avLst/>
          </a:prstGeom>
          <a:noFill/>
        </p:spPr>
        <p:txBody>
          <a:bodyPr wrap="square">
            <a:spAutoFit/>
          </a:bodyPr>
          <a:lstStyle/>
          <a:p>
            <a:r>
              <a:rPr lang="uk-UA" dirty="0">
                <a:latin typeface="Economica" panose="020B0604020202020204" charset="0"/>
              </a:rPr>
              <a:t>Відображення замовлення в панелі адміністратора</a:t>
            </a:r>
            <a:endParaRPr lang="en-US" dirty="0">
              <a:latin typeface="Economica" panose="020B0604020202020204" charset="0"/>
            </a:endParaRPr>
          </a:p>
        </p:txBody>
      </p:sp>
    </p:spTree>
    <p:extLst>
      <p:ext uri="{BB962C8B-B14F-4D97-AF65-F5344CB8AC3E}">
        <p14:creationId xmlns:p14="http://schemas.microsoft.com/office/powerpoint/2010/main" val="3339879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Інтерфейс користувача </a:t>
            </a:r>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11</a:t>
            </a:fld>
            <a:endParaRPr lang="uk-UA" noProof="0" dirty="0"/>
          </a:p>
        </p:txBody>
      </p:sp>
      <p:pic>
        <p:nvPicPr>
          <p:cNvPr id="8" name="Рисунок 7">
            <a:extLst>
              <a:ext uri="{FF2B5EF4-FFF2-40B4-BE49-F238E27FC236}">
                <a16:creationId xmlns:a16="http://schemas.microsoft.com/office/drawing/2014/main" id="{5B9D0A42-34D2-17CF-BA1F-A6036A46E2DA}"/>
              </a:ext>
            </a:extLst>
          </p:cNvPr>
          <p:cNvPicPr>
            <a:picLocks noChangeAspect="1"/>
          </p:cNvPicPr>
          <p:nvPr/>
        </p:nvPicPr>
        <p:blipFill>
          <a:blip r:embed="rId4"/>
          <a:stretch>
            <a:fillRect/>
          </a:stretch>
        </p:blipFill>
        <p:spPr>
          <a:xfrm>
            <a:off x="857559" y="683349"/>
            <a:ext cx="3671666" cy="1738202"/>
          </a:xfrm>
          <a:prstGeom prst="rect">
            <a:avLst/>
          </a:prstGeom>
        </p:spPr>
      </p:pic>
      <p:pic>
        <p:nvPicPr>
          <p:cNvPr id="10" name="Рисунок 9">
            <a:extLst>
              <a:ext uri="{FF2B5EF4-FFF2-40B4-BE49-F238E27FC236}">
                <a16:creationId xmlns:a16="http://schemas.microsoft.com/office/drawing/2014/main" id="{2FAD4A5E-EAFE-9247-1CED-6B53DEFCAAAE}"/>
              </a:ext>
            </a:extLst>
          </p:cNvPr>
          <p:cNvPicPr>
            <a:picLocks noChangeAspect="1"/>
          </p:cNvPicPr>
          <p:nvPr/>
        </p:nvPicPr>
        <p:blipFill>
          <a:blip r:embed="rId5"/>
          <a:stretch>
            <a:fillRect/>
          </a:stretch>
        </p:blipFill>
        <p:spPr>
          <a:xfrm>
            <a:off x="4614777" y="683349"/>
            <a:ext cx="3680784" cy="1738202"/>
          </a:xfrm>
          <a:prstGeom prst="rect">
            <a:avLst/>
          </a:prstGeom>
        </p:spPr>
      </p:pic>
      <p:pic>
        <p:nvPicPr>
          <p:cNvPr id="12" name="Рисунок 11">
            <a:extLst>
              <a:ext uri="{FF2B5EF4-FFF2-40B4-BE49-F238E27FC236}">
                <a16:creationId xmlns:a16="http://schemas.microsoft.com/office/drawing/2014/main" id="{425FFED0-5DAD-4EF9-959D-20CCC585A0E9}"/>
              </a:ext>
            </a:extLst>
          </p:cNvPr>
          <p:cNvPicPr>
            <a:picLocks noChangeAspect="1"/>
          </p:cNvPicPr>
          <p:nvPr/>
        </p:nvPicPr>
        <p:blipFill>
          <a:blip r:embed="rId6"/>
          <a:stretch>
            <a:fillRect/>
          </a:stretch>
        </p:blipFill>
        <p:spPr>
          <a:xfrm>
            <a:off x="843881" y="2510338"/>
            <a:ext cx="3680784" cy="1760375"/>
          </a:xfrm>
          <a:prstGeom prst="rect">
            <a:avLst/>
          </a:prstGeom>
        </p:spPr>
      </p:pic>
      <p:pic>
        <p:nvPicPr>
          <p:cNvPr id="14" name="Рисунок 13">
            <a:extLst>
              <a:ext uri="{FF2B5EF4-FFF2-40B4-BE49-F238E27FC236}">
                <a16:creationId xmlns:a16="http://schemas.microsoft.com/office/drawing/2014/main" id="{9258B6E8-8F95-CDCC-5CD7-A3650994AD56}"/>
              </a:ext>
            </a:extLst>
          </p:cNvPr>
          <p:cNvPicPr>
            <a:picLocks noChangeAspect="1"/>
          </p:cNvPicPr>
          <p:nvPr/>
        </p:nvPicPr>
        <p:blipFill>
          <a:blip r:embed="rId7"/>
          <a:stretch>
            <a:fillRect/>
          </a:stretch>
        </p:blipFill>
        <p:spPr>
          <a:xfrm>
            <a:off x="4619336" y="2512503"/>
            <a:ext cx="3671666" cy="17453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268925" y="-143620"/>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Тестування</a:t>
            </a:r>
          </a:p>
        </p:txBody>
      </p:sp>
      <p:pic>
        <p:nvPicPr>
          <p:cNvPr id="129" name="Google Shape;129;p22"/>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A28D948D-369C-B702-98D8-76BFF8794D17}"/>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12</a:t>
            </a:fld>
            <a:endParaRPr lang="uk-UA" noProof="0" dirty="0"/>
          </a:p>
        </p:txBody>
      </p:sp>
      <p:graphicFrame>
        <p:nvGraphicFramePr>
          <p:cNvPr id="3" name="Таблица 2">
            <a:extLst>
              <a:ext uri="{FF2B5EF4-FFF2-40B4-BE49-F238E27FC236}">
                <a16:creationId xmlns:a16="http://schemas.microsoft.com/office/drawing/2014/main" id="{A8740193-ACE0-BEC5-9C92-B5AC2515DFF9}"/>
              </a:ext>
            </a:extLst>
          </p:cNvPr>
          <p:cNvGraphicFramePr>
            <a:graphicFrameLocks noGrp="1"/>
          </p:cNvGraphicFramePr>
          <p:nvPr>
            <p:extLst>
              <p:ext uri="{D42A27DB-BD31-4B8C-83A1-F6EECF244321}">
                <p14:modId xmlns:p14="http://schemas.microsoft.com/office/powerpoint/2010/main" val="66096314"/>
              </p:ext>
            </p:extLst>
          </p:nvPr>
        </p:nvGraphicFramePr>
        <p:xfrm>
          <a:off x="354475" y="687680"/>
          <a:ext cx="8520600" cy="3433240"/>
        </p:xfrm>
        <a:graphic>
          <a:graphicData uri="http://schemas.openxmlformats.org/drawingml/2006/table">
            <a:tbl>
              <a:tblPr firstRow="1" bandRow="1">
                <a:tableStyleId>{5C22544A-7EE6-4342-B048-85BDC9FD1C3A}</a:tableStyleId>
              </a:tblPr>
              <a:tblGrid>
                <a:gridCol w="2797603">
                  <a:extLst>
                    <a:ext uri="{9D8B030D-6E8A-4147-A177-3AD203B41FA5}">
                      <a16:colId xmlns:a16="http://schemas.microsoft.com/office/drawing/2014/main" val="4176739119"/>
                    </a:ext>
                  </a:extLst>
                </a:gridCol>
                <a:gridCol w="2882797">
                  <a:extLst>
                    <a:ext uri="{9D8B030D-6E8A-4147-A177-3AD203B41FA5}">
                      <a16:colId xmlns:a16="http://schemas.microsoft.com/office/drawing/2014/main" val="2250702865"/>
                    </a:ext>
                  </a:extLst>
                </a:gridCol>
                <a:gridCol w="2840200">
                  <a:extLst>
                    <a:ext uri="{9D8B030D-6E8A-4147-A177-3AD203B41FA5}">
                      <a16:colId xmlns:a16="http://schemas.microsoft.com/office/drawing/2014/main" val="2396890796"/>
                    </a:ext>
                  </a:extLst>
                </a:gridCol>
              </a:tblGrid>
              <a:tr h="336309">
                <a:tc>
                  <a:txBody>
                    <a:bodyPr/>
                    <a:lstStyle/>
                    <a:p>
                      <a:pPr algn="ctr"/>
                      <a:r>
                        <a:rPr lang="uk-UA" noProof="0" dirty="0"/>
                        <a:t>Функція</a:t>
                      </a:r>
                    </a:p>
                  </a:txBody>
                  <a:tcPr/>
                </a:tc>
                <a:tc>
                  <a:txBody>
                    <a:bodyPr/>
                    <a:lstStyle/>
                    <a:p>
                      <a:pPr algn="ctr"/>
                      <a:r>
                        <a:rPr lang="uk-UA" noProof="0" dirty="0"/>
                        <a:t>Очікуваний результат</a:t>
                      </a:r>
                    </a:p>
                  </a:txBody>
                  <a:tcPr/>
                </a:tc>
                <a:tc>
                  <a:txBody>
                    <a:bodyPr/>
                    <a:lstStyle/>
                    <a:p>
                      <a:pPr algn="ctr"/>
                      <a:r>
                        <a:rPr lang="uk-UA" noProof="0" dirty="0"/>
                        <a:t>Отриманий результат</a:t>
                      </a:r>
                    </a:p>
                  </a:txBody>
                  <a:tcPr/>
                </a:tc>
                <a:extLst>
                  <a:ext uri="{0D108BD9-81ED-4DB2-BD59-A6C34878D82A}">
                    <a16:rowId xmlns:a16="http://schemas.microsoft.com/office/drawing/2014/main" val="1745472446"/>
                  </a:ext>
                </a:extLst>
              </a:tr>
              <a:tr h="336309">
                <a:tc>
                  <a:txBody>
                    <a:bodyPr/>
                    <a:lstStyle/>
                    <a:p>
                      <a:pPr algn="ctr"/>
                      <a:r>
                        <a:rPr lang="uk-UA" sz="1000" noProof="0" dirty="0"/>
                        <a:t>Авторизація користувача</a:t>
                      </a:r>
                    </a:p>
                  </a:txBody>
                  <a:tcPr/>
                </a:tc>
                <a:tc>
                  <a:txBody>
                    <a:bodyPr/>
                    <a:lstStyle/>
                    <a:p>
                      <a:pPr algn="ctr"/>
                      <a:r>
                        <a:rPr lang="uk-UA" sz="1000" noProof="0" dirty="0"/>
                        <a:t>Успішний вхід користувача до системи</a:t>
                      </a:r>
                    </a:p>
                  </a:txBody>
                  <a:tcPr/>
                </a:tc>
                <a:tc>
                  <a:txBody>
                    <a:bodyPr/>
                    <a:lstStyle/>
                    <a:p>
                      <a:pPr algn="ctr"/>
                      <a:r>
                        <a:rPr lang="uk-UA" sz="1000" noProof="0" dirty="0"/>
                        <a:t>Вхід успішно виконаний</a:t>
                      </a:r>
                    </a:p>
                  </a:txBody>
                  <a:tcPr/>
                </a:tc>
                <a:extLst>
                  <a:ext uri="{0D108BD9-81ED-4DB2-BD59-A6C34878D82A}">
                    <a16:rowId xmlns:a16="http://schemas.microsoft.com/office/drawing/2014/main" val="1199468064"/>
                  </a:ext>
                </a:extLst>
              </a:tr>
              <a:tr h="336309">
                <a:tc>
                  <a:txBody>
                    <a:bodyPr/>
                    <a:lstStyle/>
                    <a:p>
                      <a:pPr algn="ctr"/>
                      <a:r>
                        <a:rPr lang="uk-UA" sz="1000" noProof="0" dirty="0"/>
                        <a:t>Пошук страв за назвою </a:t>
                      </a:r>
                    </a:p>
                  </a:txBody>
                  <a:tcPr/>
                </a:tc>
                <a:tc>
                  <a:txBody>
                    <a:bodyPr/>
                    <a:lstStyle/>
                    <a:p>
                      <a:pPr algn="ctr"/>
                      <a:r>
                        <a:rPr lang="uk-UA" sz="1000" noProof="0" dirty="0"/>
                        <a:t>Страва знаходиться по назві</a:t>
                      </a:r>
                    </a:p>
                  </a:txBody>
                  <a:tcPr/>
                </a:tc>
                <a:tc>
                  <a:txBody>
                    <a:bodyPr/>
                    <a:lstStyle/>
                    <a:p>
                      <a:pPr algn="ctr"/>
                      <a:r>
                        <a:rPr lang="uk-UA" sz="1000" noProof="0" dirty="0"/>
                        <a:t>Страва була знайдена</a:t>
                      </a:r>
                    </a:p>
                  </a:txBody>
                  <a:tcPr/>
                </a:tc>
                <a:extLst>
                  <a:ext uri="{0D108BD9-81ED-4DB2-BD59-A6C34878D82A}">
                    <a16:rowId xmlns:a16="http://schemas.microsoft.com/office/drawing/2014/main" val="563990316"/>
                  </a:ext>
                </a:extLst>
              </a:tr>
              <a:tr h="420801">
                <a:tc>
                  <a:txBody>
                    <a:bodyPr/>
                    <a:lstStyle/>
                    <a:p>
                      <a:pPr algn="ctr"/>
                      <a:r>
                        <a:rPr lang="uk-UA" sz="1000" noProof="0" dirty="0"/>
                        <a:t>Фільтрація страв за категорією</a:t>
                      </a:r>
                    </a:p>
                  </a:txBody>
                  <a:tcPr/>
                </a:tc>
                <a:tc>
                  <a:txBody>
                    <a:bodyPr/>
                    <a:lstStyle/>
                    <a:p>
                      <a:pPr algn="ctr"/>
                      <a:r>
                        <a:rPr lang="uk-UA" sz="1000" noProof="0" dirty="0"/>
                        <a:t>Відображення страв певної категорії</a:t>
                      </a:r>
                    </a:p>
                  </a:txBody>
                  <a:tcPr/>
                </a:tc>
                <a:tc>
                  <a:txBody>
                    <a:bodyPr/>
                    <a:lstStyle/>
                    <a:p>
                      <a:pPr algn="ctr"/>
                      <a:r>
                        <a:rPr lang="uk-UA" sz="1000" noProof="0" dirty="0"/>
                        <a:t>Відображення усіх страв обраної категорії</a:t>
                      </a:r>
                    </a:p>
                  </a:txBody>
                  <a:tcPr/>
                </a:tc>
                <a:extLst>
                  <a:ext uri="{0D108BD9-81ED-4DB2-BD59-A6C34878D82A}">
                    <a16:rowId xmlns:a16="http://schemas.microsoft.com/office/drawing/2014/main" val="839532607"/>
                  </a:ext>
                </a:extLst>
              </a:tr>
              <a:tr h="420801">
                <a:tc>
                  <a:txBody>
                    <a:bodyPr/>
                    <a:lstStyle/>
                    <a:p>
                      <a:pPr algn="ctr"/>
                      <a:r>
                        <a:rPr lang="uk-UA" sz="1000" noProof="0" dirty="0"/>
                        <a:t>Додавання страв до кошику</a:t>
                      </a:r>
                    </a:p>
                  </a:txBody>
                  <a:tcPr/>
                </a:tc>
                <a:tc>
                  <a:txBody>
                    <a:bodyPr/>
                    <a:lstStyle/>
                    <a:p>
                      <a:pPr algn="ctr"/>
                      <a:r>
                        <a:rPr lang="uk-UA" sz="1000" noProof="0" dirty="0"/>
                        <a:t>Страва додається до кошику</a:t>
                      </a:r>
                    </a:p>
                  </a:txBody>
                  <a:tcPr/>
                </a:tc>
                <a:tc>
                  <a:txBody>
                    <a:bodyPr/>
                    <a:lstStyle/>
                    <a:p>
                      <a:pPr algn="ctr"/>
                      <a:r>
                        <a:rPr lang="uk-UA" sz="1000" noProof="0" dirty="0"/>
                        <a:t>Страва додалась до кошику</a:t>
                      </a:r>
                    </a:p>
                  </a:txBody>
                  <a:tcPr/>
                </a:tc>
                <a:extLst>
                  <a:ext uri="{0D108BD9-81ED-4DB2-BD59-A6C34878D82A}">
                    <a16:rowId xmlns:a16="http://schemas.microsoft.com/office/drawing/2014/main" val="811525209"/>
                  </a:ext>
                </a:extLst>
              </a:tr>
              <a:tr h="420801">
                <a:tc>
                  <a:txBody>
                    <a:bodyPr/>
                    <a:lstStyle/>
                    <a:p>
                      <a:pPr algn="ctr"/>
                      <a:r>
                        <a:rPr lang="uk-UA" sz="1000" noProof="0" dirty="0"/>
                        <a:t>Редагування кількості страв</a:t>
                      </a:r>
                    </a:p>
                  </a:txBody>
                  <a:tcPr/>
                </a:tc>
                <a:tc>
                  <a:txBody>
                    <a:bodyPr/>
                    <a:lstStyle/>
                    <a:p>
                      <a:pPr algn="ctr"/>
                      <a:r>
                        <a:rPr lang="uk-UA" sz="1000" noProof="0" dirty="0"/>
                        <a:t>Можливість додавати та прибирати кількість порцій</a:t>
                      </a:r>
                    </a:p>
                  </a:txBody>
                  <a:tcPr/>
                </a:tc>
                <a:tc>
                  <a:txBody>
                    <a:bodyPr/>
                    <a:lstStyle/>
                    <a:p>
                      <a:pPr algn="ctr"/>
                      <a:r>
                        <a:rPr lang="uk-UA" sz="1000" noProof="0" dirty="0"/>
                        <a:t>Додавання та прибирання порцій</a:t>
                      </a:r>
                    </a:p>
                  </a:txBody>
                  <a:tcPr/>
                </a:tc>
                <a:extLst>
                  <a:ext uri="{0D108BD9-81ED-4DB2-BD59-A6C34878D82A}">
                    <a16:rowId xmlns:a16="http://schemas.microsoft.com/office/drawing/2014/main" val="930765242"/>
                  </a:ext>
                </a:extLst>
              </a:tr>
              <a:tr h="336309">
                <a:tc>
                  <a:txBody>
                    <a:bodyPr/>
                    <a:lstStyle/>
                    <a:p>
                      <a:pPr algn="ctr"/>
                      <a:r>
                        <a:rPr lang="uk-UA" sz="1000" noProof="0" dirty="0"/>
                        <a:t>Оформлення замовлення</a:t>
                      </a:r>
                    </a:p>
                  </a:txBody>
                  <a:tcPr/>
                </a:tc>
                <a:tc>
                  <a:txBody>
                    <a:bodyPr/>
                    <a:lstStyle/>
                    <a:p>
                      <a:pPr algn="ctr"/>
                      <a:r>
                        <a:rPr lang="uk-UA" sz="1000" noProof="0" dirty="0"/>
                        <a:t>Очищення кошику та отримання повідомлення про успішно виконане замовлення</a:t>
                      </a:r>
                    </a:p>
                  </a:txBody>
                  <a:tcPr/>
                </a:tc>
                <a:tc>
                  <a:txBody>
                    <a:bodyPr/>
                    <a:lstStyle/>
                    <a:p>
                      <a:pPr algn="ctr"/>
                      <a:r>
                        <a:rPr lang="uk-UA" sz="1000" noProof="0" dirty="0"/>
                        <a:t>Кошик очищується, виводиться повідомлення про виконане замовлення</a:t>
                      </a:r>
                    </a:p>
                  </a:txBody>
                  <a:tcPr/>
                </a:tc>
                <a:extLst>
                  <a:ext uri="{0D108BD9-81ED-4DB2-BD59-A6C34878D82A}">
                    <a16:rowId xmlns:a16="http://schemas.microsoft.com/office/drawing/2014/main" val="2215629545"/>
                  </a:ext>
                </a:extLst>
              </a:tr>
              <a:tr h="613270">
                <a:tc>
                  <a:txBody>
                    <a:bodyPr/>
                    <a:lstStyle/>
                    <a:p>
                      <a:pPr algn="ctr"/>
                      <a:r>
                        <a:rPr lang="uk-UA" sz="1000" noProof="0" dirty="0"/>
                        <a:t>Відображення замовлення на адміністративній панелі</a:t>
                      </a:r>
                    </a:p>
                  </a:txBody>
                  <a:tcPr/>
                </a:tc>
                <a:tc>
                  <a:txBody>
                    <a:bodyPr/>
                    <a:lstStyle/>
                    <a:p>
                      <a:pPr algn="ctr"/>
                      <a:r>
                        <a:rPr lang="uk-UA" sz="1000" noProof="0" dirty="0"/>
                        <a:t>Новостворене замовлення відображається на сторінці адміністратора</a:t>
                      </a:r>
                    </a:p>
                  </a:txBody>
                  <a:tcPr/>
                </a:tc>
                <a:tc>
                  <a:txBody>
                    <a:bodyPr/>
                    <a:lstStyle/>
                    <a:p>
                      <a:pPr algn="ctr"/>
                      <a:r>
                        <a:rPr lang="uk-UA" sz="1000" noProof="0" dirty="0"/>
                        <a:t>Замовлення з’явилось</a:t>
                      </a:r>
                    </a:p>
                  </a:txBody>
                  <a:tcPr/>
                </a:tc>
                <a:extLst>
                  <a:ext uri="{0D108BD9-81ED-4DB2-BD59-A6C34878D82A}">
                    <a16:rowId xmlns:a16="http://schemas.microsoft.com/office/drawing/2014/main" val="2800072094"/>
                  </a:ext>
                </a:extLst>
              </a:tr>
            </a:tbl>
          </a:graphicData>
        </a:graphic>
      </p:graphicFrame>
    </p:spTree>
    <p:extLst>
      <p:ext uri="{BB962C8B-B14F-4D97-AF65-F5344CB8AC3E}">
        <p14:creationId xmlns:p14="http://schemas.microsoft.com/office/powerpoint/2010/main" val="29422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311700" y="-35287"/>
            <a:ext cx="8520600" cy="8313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uk-UA" sz="3200" noProof="0" dirty="0"/>
              <a:t>Підсумки </a:t>
            </a:r>
          </a:p>
        </p:txBody>
      </p:sp>
      <p:pic>
        <p:nvPicPr>
          <p:cNvPr id="143" name="Google Shape;143;p24"/>
          <p:cNvPicPr preferRelativeResize="0"/>
          <p:nvPr/>
        </p:nvPicPr>
        <p:blipFill>
          <a:blip r:embed="rId3">
            <a:alphaModFix/>
          </a:blip>
          <a:stretch>
            <a:fillRect/>
          </a:stretch>
        </p:blipFill>
        <p:spPr>
          <a:xfrm>
            <a:off x="268925" y="4359500"/>
            <a:ext cx="862250" cy="581750"/>
          </a:xfrm>
          <a:prstGeom prst="rect">
            <a:avLst/>
          </a:prstGeom>
          <a:noFill/>
          <a:ln>
            <a:noFill/>
          </a:ln>
        </p:spPr>
      </p:pic>
      <p:sp>
        <p:nvSpPr>
          <p:cNvPr id="2" name="TextBox 1">
            <a:extLst>
              <a:ext uri="{FF2B5EF4-FFF2-40B4-BE49-F238E27FC236}">
                <a16:creationId xmlns:a16="http://schemas.microsoft.com/office/drawing/2014/main" id="{2B5B94D8-63F6-7EAC-6461-2DB4B135596F}"/>
              </a:ext>
            </a:extLst>
          </p:cNvPr>
          <p:cNvSpPr txBox="1"/>
          <p:nvPr/>
        </p:nvSpPr>
        <p:spPr>
          <a:xfrm>
            <a:off x="8778240" y="4606349"/>
            <a:ext cx="284052" cy="307777"/>
          </a:xfrm>
          <a:prstGeom prst="rect">
            <a:avLst/>
          </a:prstGeom>
          <a:noFill/>
        </p:spPr>
        <p:txBody>
          <a:bodyPr wrap="none" rtlCol="0">
            <a:spAutoFit/>
          </a:bodyPr>
          <a:lstStyle/>
          <a:p>
            <a:fld id="{A35EEF41-5B9E-4186-8855-3C8162DCC2D6}" type="slidenum">
              <a:rPr lang="uk-UA" noProof="0" smtClean="0"/>
              <a:t>13</a:t>
            </a:fld>
            <a:endParaRPr lang="uk-UA" noProof="0" dirty="0"/>
          </a:p>
        </p:txBody>
      </p:sp>
      <p:sp>
        <p:nvSpPr>
          <p:cNvPr id="8" name="TextBox 7">
            <a:extLst>
              <a:ext uri="{FF2B5EF4-FFF2-40B4-BE49-F238E27FC236}">
                <a16:creationId xmlns:a16="http://schemas.microsoft.com/office/drawing/2014/main" id="{16CECE28-D971-CE35-B353-B9439929EF9B}"/>
              </a:ext>
            </a:extLst>
          </p:cNvPr>
          <p:cNvSpPr txBox="1"/>
          <p:nvPr/>
        </p:nvSpPr>
        <p:spPr>
          <a:xfrm>
            <a:off x="311700" y="1131206"/>
            <a:ext cx="7977373" cy="2893100"/>
          </a:xfrm>
          <a:prstGeom prst="rect">
            <a:avLst/>
          </a:prstGeom>
          <a:noFill/>
        </p:spPr>
        <p:txBody>
          <a:bodyPr wrap="square">
            <a:spAutoFit/>
          </a:bodyPr>
          <a:lstStyle/>
          <a:p>
            <a:r>
              <a:rPr lang="uk-UA" dirty="0">
                <a:latin typeface="Economica" panose="020B0604020202020204" charset="0"/>
              </a:rPr>
              <a:t>У результаті виконання роботи було розроблено веб-застосунок для автоматизації роботи закладу. Цей застосунок допомагає автоматизувати обробку, приймання та оформлення замовлення користувачам. Для створення цього застосунку було реалізовано клієнтську частину, серверну та створено базу даних. </a:t>
            </a:r>
          </a:p>
          <a:p>
            <a:endParaRPr lang="uk-UA" dirty="0">
              <a:latin typeface="Economica" panose="020B0604020202020204" charset="0"/>
            </a:endParaRPr>
          </a:p>
          <a:p>
            <a:r>
              <a:rPr lang="uk-UA" dirty="0">
                <a:latin typeface="Economica" panose="020B0604020202020204" charset="0"/>
              </a:rPr>
              <a:t>Розроблена система може використовуватись у ресторанах по всій країні та в інших закладах харчування, для автоматизації функцій та покращення роботи як персоналу, так і самого закладу. </a:t>
            </a:r>
          </a:p>
          <a:p>
            <a:endParaRPr lang="uk-UA" dirty="0">
              <a:latin typeface="Economica" panose="020B0604020202020204" charset="0"/>
            </a:endParaRPr>
          </a:p>
          <a:p>
            <a:r>
              <a:rPr lang="uk-UA" dirty="0">
                <a:latin typeface="Economica" panose="020B0604020202020204" charset="0"/>
              </a:rPr>
              <a:t>Можливий розвиток програмного забезпечення на цьому не залишається. Є багато функцій та процесів які потребують удосконалення та іншої розробки. Також для великих мереж ресторанів є можливість підключення  нормальної бази даних для зберігання інформації з усіх закладів.</a:t>
            </a:r>
            <a:endParaRPr lang="en-US" dirty="0">
              <a:latin typeface="Economica" panose="020B0604020202020204" charset="0"/>
            </a:endParaRPr>
          </a:p>
        </p:txBody>
      </p:sp>
    </p:spTree>
  </p:cSld>
  <p:clrMapOvr>
    <a:masterClrMapping/>
  </p:clrMapOvr>
</p:sld>
</file>

<file path=ppt/theme/theme1.xml><?xml version="1.0" encoding="utf-8"?>
<a:theme xmlns:a="http://schemas.openxmlformats.org/drawingml/2006/main" name="Шаблон презентації кваліфікаційної роботи магістрів">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Шаблон презентації кваліфікаційної роботи магістрів" id="{72E840FA-3155-46C9-BB37-701E4C9B1C67}" vid="{DC416FE5-D050-4603-AD75-8F49A0CCCB6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Шаблон_презентації_до_ККП_бакалавра_2025</Template>
  <TotalTime>111</TotalTime>
  <Words>665</Words>
  <Application>Microsoft Office PowerPoint</Application>
  <PresentationFormat>Экран (16:9)</PresentationFormat>
  <Paragraphs>118</Paragraphs>
  <Slides>13</Slides>
  <Notes>13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Economica</vt:lpstr>
      <vt:lpstr>Open Sans</vt:lpstr>
      <vt:lpstr>Arial</vt:lpstr>
      <vt:lpstr>Шаблон презентації кваліфікаційної роботи магістрів</vt:lpstr>
      <vt:lpstr>Програмна система обліку замовлень і доставки в ресторані  </vt:lpstr>
      <vt:lpstr>Мета роботи</vt:lpstr>
      <vt:lpstr>Аналіз проблеми (аналіз існуючих рішень) </vt:lpstr>
      <vt:lpstr>Постановка задачі та опис системи</vt:lpstr>
      <vt:lpstr>Вибір технологій розробки </vt:lpstr>
      <vt:lpstr>Архітектура створенного програмного забезпечення</vt:lpstr>
      <vt:lpstr>Опис програмного забезпечення, що було використано у дослідженні</vt:lpstr>
      <vt:lpstr>Дизайн системи</vt:lpstr>
      <vt:lpstr>Приклад реалізації</vt:lpstr>
      <vt:lpstr>Приклад реалізації</vt:lpstr>
      <vt:lpstr>Інтерфейс користувача </vt:lpstr>
      <vt:lpstr>Тестування</vt:lpstr>
      <vt:lpstr>Підсумки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Сидоров Даня</dc:creator>
  <cp:lastModifiedBy>Сидоров Даня</cp:lastModifiedBy>
  <cp:revision>1</cp:revision>
  <dcterms:created xsi:type="dcterms:W3CDTF">2026-07-02T08:46:01Z</dcterms:created>
  <dcterms:modified xsi:type="dcterms:W3CDTF">2026-07-02T10:41:44Z</dcterms:modified>
</cp:coreProperties>
</file>